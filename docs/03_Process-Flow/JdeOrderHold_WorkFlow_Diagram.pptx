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61" r:id="rId2"/>
    <p:sldId id="2562" r:id="rId3"/>
    <p:sldId id="2563" r:id="rId4"/>
    <p:sldId id="2564"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DE Order Hold Workflow Diagram: Streamlining Order Management with Stryker Theme" id="{16BDE846-3219-485B-8FC1-129718A55D91}">
          <p14:sldIdLst>
            <p14:sldId id="2561"/>
            <p14:sldId id="2562"/>
          </p14:sldIdLst>
        </p14:section>
        <p14:section name="Overview of JDE Order Hold Process" id="{0DD76299-85EA-4C34-8E1D-38CBA2205384}">
          <p14:sldIdLst>
            <p14:sldId id="2563"/>
            <p14:sldId id="25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6186" y="3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D814CE-3FE6-4C69-BC02-F333F4875AB7}"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67D9A43-3E1D-4AA5-9594-7407723B51CF}">
      <dgm:prSet/>
      <dgm:spPr/>
      <dgm:t>
        <a:bodyPr/>
        <a:lstStyle/>
        <a:p>
          <a:pPr>
            <a:lnSpc>
              <a:spcPct val="100000"/>
            </a:lnSpc>
            <a:defRPr b="1"/>
          </a:pPr>
          <a:r>
            <a:rPr lang="en-US" b="0" i="0"/>
            <a:t>Comprehensive ERP System</a:t>
          </a:r>
          <a:endParaRPr lang="en-US"/>
        </a:p>
      </dgm:t>
    </dgm:pt>
    <dgm:pt modelId="{C37158EC-1713-4CF8-B8E7-19DFB9B2E57B}" type="parTrans" cxnId="{2A7AB445-48BE-40ED-9810-3A12C2CCA5AF}">
      <dgm:prSet/>
      <dgm:spPr/>
      <dgm:t>
        <a:bodyPr/>
        <a:lstStyle/>
        <a:p>
          <a:endParaRPr lang="en-US"/>
        </a:p>
      </dgm:t>
    </dgm:pt>
    <dgm:pt modelId="{1D390E87-A6CC-4141-AAFD-4445C581AEAC}" type="sibTrans" cxnId="{2A7AB445-48BE-40ED-9810-3A12C2CCA5AF}">
      <dgm:prSet/>
      <dgm:spPr/>
      <dgm:t>
        <a:bodyPr/>
        <a:lstStyle/>
        <a:p>
          <a:pPr>
            <a:lnSpc>
              <a:spcPct val="100000"/>
            </a:lnSpc>
            <a:defRPr b="1"/>
          </a:pPr>
          <a:endParaRPr lang="en-US"/>
        </a:p>
      </dgm:t>
    </dgm:pt>
    <dgm:pt modelId="{866B4FDE-1E0B-44CA-B47D-CB237C4C1CFE}">
      <dgm:prSet/>
      <dgm:spPr/>
      <dgm:t>
        <a:bodyPr/>
        <a:lstStyle/>
        <a:p>
          <a:pPr>
            <a:lnSpc>
              <a:spcPct val="100000"/>
            </a:lnSpc>
          </a:pPr>
          <a:r>
            <a:rPr lang="en-US"/>
            <a:t>JD Edwards provides an integrated ERP platform for managing various business operations effectively.</a:t>
          </a:r>
        </a:p>
      </dgm:t>
    </dgm:pt>
    <dgm:pt modelId="{4C767DF5-C1D6-4DE8-BAF3-36269A24C17B}" type="parTrans" cxnId="{A1EBBD9D-30E3-440C-BBF2-4E5B0C4BA28C}">
      <dgm:prSet/>
      <dgm:spPr/>
      <dgm:t>
        <a:bodyPr/>
        <a:lstStyle/>
        <a:p>
          <a:endParaRPr lang="en-US"/>
        </a:p>
      </dgm:t>
    </dgm:pt>
    <dgm:pt modelId="{0A885036-A498-4622-98F8-659B8A61C31C}" type="sibTrans" cxnId="{A1EBBD9D-30E3-440C-BBF2-4E5B0C4BA28C}">
      <dgm:prSet/>
      <dgm:spPr/>
      <dgm:t>
        <a:bodyPr/>
        <a:lstStyle/>
        <a:p>
          <a:endParaRPr lang="en-US"/>
        </a:p>
      </dgm:t>
    </dgm:pt>
    <dgm:pt modelId="{AB50C8BC-A441-42C7-A07E-E015CDEC3D5A}">
      <dgm:prSet/>
      <dgm:spPr/>
      <dgm:t>
        <a:bodyPr/>
        <a:lstStyle/>
        <a:p>
          <a:pPr>
            <a:lnSpc>
              <a:spcPct val="100000"/>
            </a:lnSpc>
            <a:defRPr b="1"/>
          </a:pPr>
          <a:r>
            <a:rPr lang="en-US" b="0" i="0"/>
            <a:t>Order Processing Support</a:t>
          </a:r>
          <a:endParaRPr lang="en-US"/>
        </a:p>
      </dgm:t>
    </dgm:pt>
    <dgm:pt modelId="{B8AE4573-410A-4F1C-9D06-1E6ED557B8C2}" type="parTrans" cxnId="{E2DF6CC9-61F2-4C99-8BCD-249E1BAD35CA}">
      <dgm:prSet/>
      <dgm:spPr/>
      <dgm:t>
        <a:bodyPr/>
        <a:lstStyle/>
        <a:p>
          <a:endParaRPr lang="en-US"/>
        </a:p>
      </dgm:t>
    </dgm:pt>
    <dgm:pt modelId="{1313188F-8575-49F8-8AA9-6845DC6C916F}" type="sibTrans" cxnId="{E2DF6CC9-61F2-4C99-8BCD-249E1BAD35CA}">
      <dgm:prSet/>
      <dgm:spPr/>
      <dgm:t>
        <a:bodyPr/>
        <a:lstStyle/>
        <a:p>
          <a:pPr>
            <a:lnSpc>
              <a:spcPct val="100000"/>
            </a:lnSpc>
            <a:defRPr b="1"/>
          </a:pPr>
          <a:endParaRPr lang="en-US"/>
        </a:p>
      </dgm:t>
    </dgm:pt>
    <dgm:pt modelId="{03132ED2-A851-4E8D-B379-AE0E352375ED}">
      <dgm:prSet/>
      <dgm:spPr/>
      <dgm:t>
        <a:bodyPr/>
        <a:lstStyle/>
        <a:p>
          <a:pPr>
            <a:lnSpc>
              <a:spcPct val="100000"/>
            </a:lnSpc>
          </a:pPr>
          <a:r>
            <a:rPr lang="en-US"/>
            <a:t>The system streamlines order processing to improve accuracy and speed of order fulfillment.</a:t>
          </a:r>
        </a:p>
      </dgm:t>
    </dgm:pt>
    <dgm:pt modelId="{577D95E9-BCC3-45DA-A46A-DF4F4E70EE54}" type="parTrans" cxnId="{D10FF7FC-8C2A-414B-86E9-B1E7F92583A9}">
      <dgm:prSet/>
      <dgm:spPr/>
      <dgm:t>
        <a:bodyPr/>
        <a:lstStyle/>
        <a:p>
          <a:endParaRPr lang="en-US"/>
        </a:p>
      </dgm:t>
    </dgm:pt>
    <dgm:pt modelId="{241919BF-B81B-4D4C-8331-06D4F1E08A5C}" type="sibTrans" cxnId="{D10FF7FC-8C2A-414B-86E9-B1E7F92583A9}">
      <dgm:prSet/>
      <dgm:spPr/>
      <dgm:t>
        <a:bodyPr/>
        <a:lstStyle/>
        <a:p>
          <a:endParaRPr lang="en-US"/>
        </a:p>
      </dgm:t>
    </dgm:pt>
    <dgm:pt modelId="{5E39BC8A-E5E2-45A7-BA20-A38B6FB4382F}">
      <dgm:prSet/>
      <dgm:spPr/>
      <dgm:t>
        <a:bodyPr/>
        <a:lstStyle/>
        <a:p>
          <a:pPr>
            <a:lnSpc>
              <a:spcPct val="100000"/>
            </a:lnSpc>
            <a:defRPr b="1"/>
          </a:pPr>
          <a:r>
            <a:rPr lang="en-US" b="0" i="0"/>
            <a:t>Inventory and Customer Management</a:t>
          </a:r>
          <a:endParaRPr lang="en-US"/>
        </a:p>
      </dgm:t>
    </dgm:pt>
    <dgm:pt modelId="{57247DDC-D6B3-48B9-BA3F-C515E79C3552}" type="parTrans" cxnId="{0FCB8566-30C3-4FFD-A662-72620657644B}">
      <dgm:prSet/>
      <dgm:spPr/>
      <dgm:t>
        <a:bodyPr/>
        <a:lstStyle/>
        <a:p>
          <a:endParaRPr lang="en-US"/>
        </a:p>
      </dgm:t>
    </dgm:pt>
    <dgm:pt modelId="{EBDEE12A-97AA-49A0-848C-B7BF511CB397}" type="sibTrans" cxnId="{0FCB8566-30C3-4FFD-A662-72620657644B}">
      <dgm:prSet/>
      <dgm:spPr/>
      <dgm:t>
        <a:bodyPr/>
        <a:lstStyle/>
        <a:p>
          <a:endParaRPr lang="en-US"/>
        </a:p>
      </dgm:t>
    </dgm:pt>
    <dgm:pt modelId="{E6A91730-5EDA-41F8-B007-0AE770D8C9D9}">
      <dgm:prSet/>
      <dgm:spPr/>
      <dgm:t>
        <a:bodyPr/>
        <a:lstStyle/>
        <a:p>
          <a:pPr>
            <a:lnSpc>
              <a:spcPct val="100000"/>
            </a:lnSpc>
          </a:pPr>
          <a:r>
            <a:rPr lang="en-US"/>
            <a:t>JD Edwards manages inventory control and customer data to optimize operational efficiency.</a:t>
          </a:r>
        </a:p>
      </dgm:t>
    </dgm:pt>
    <dgm:pt modelId="{9A7D15C9-ECBE-46D3-9699-98E87291B8AA}" type="parTrans" cxnId="{2345718A-5A85-4A68-9333-77CBF9AAB996}">
      <dgm:prSet/>
      <dgm:spPr/>
      <dgm:t>
        <a:bodyPr/>
        <a:lstStyle/>
        <a:p>
          <a:endParaRPr lang="en-US"/>
        </a:p>
      </dgm:t>
    </dgm:pt>
    <dgm:pt modelId="{5ED1C46D-798D-44A3-89A6-7527DF757DCF}" type="sibTrans" cxnId="{2345718A-5A85-4A68-9333-77CBF9AAB996}">
      <dgm:prSet/>
      <dgm:spPr/>
      <dgm:t>
        <a:bodyPr/>
        <a:lstStyle/>
        <a:p>
          <a:endParaRPr lang="en-US"/>
        </a:p>
      </dgm:t>
    </dgm:pt>
    <dgm:pt modelId="{4DE18D4D-EB01-46AF-84E8-35D3FC9B52B2}" type="pres">
      <dgm:prSet presAssocID="{FBD814CE-3FE6-4C69-BC02-F333F4875AB7}" presName="Name0" presStyleCnt="0">
        <dgm:presLayoutVars>
          <dgm:dir/>
          <dgm:resizeHandles val="exact"/>
        </dgm:presLayoutVars>
      </dgm:prSet>
      <dgm:spPr/>
    </dgm:pt>
    <dgm:pt modelId="{8DBBE95D-C49C-41C6-A460-C1F31FDA5633}" type="pres">
      <dgm:prSet presAssocID="{667D9A43-3E1D-4AA5-9594-7407723B51CF}" presName="compNode" presStyleCnt="0"/>
      <dgm:spPr/>
    </dgm:pt>
    <dgm:pt modelId="{1D217406-86D4-48AB-881C-DF689F5B399B}" type="pres">
      <dgm:prSet presAssocID="{667D9A43-3E1D-4AA5-9594-7407723B51CF}" presName="pictRect" presStyleLbl="revTx" presStyleIdx="0" presStyleCnt="6">
        <dgm:presLayoutVars>
          <dgm:chMax val="0"/>
          <dgm:bulletEnabled/>
        </dgm:presLayoutVars>
      </dgm:prSet>
      <dgm:spPr/>
    </dgm:pt>
    <dgm:pt modelId="{B9C24C37-C755-4F84-83BE-B99E6E2A080A}" type="pres">
      <dgm:prSet presAssocID="{667D9A43-3E1D-4AA5-9594-7407723B51CF}" presName="textRect" presStyleLbl="revTx" presStyleIdx="1" presStyleCnt="6">
        <dgm:presLayoutVars>
          <dgm:bulletEnabled/>
        </dgm:presLayoutVars>
      </dgm:prSet>
      <dgm:spPr/>
    </dgm:pt>
    <dgm:pt modelId="{DB31BF89-E1EA-4983-A7E8-A4240F085502}" type="pres">
      <dgm:prSet presAssocID="{1D390E87-A6CC-4141-AAFD-4445C581AEAC}" presName="sibTrans" presStyleLbl="sibTrans2D1" presStyleIdx="0" presStyleCnt="0"/>
      <dgm:spPr/>
    </dgm:pt>
    <dgm:pt modelId="{BDC9F2B6-57EA-4574-9F25-88128AC78A8A}" type="pres">
      <dgm:prSet presAssocID="{AB50C8BC-A441-42C7-A07E-E015CDEC3D5A}" presName="compNode" presStyleCnt="0"/>
      <dgm:spPr/>
    </dgm:pt>
    <dgm:pt modelId="{5FD0B01B-1AB0-4DE3-B61C-0D895FE1741D}" type="pres">
      <dgm:prSet presAssocID="{AB50C8BC-A441-42C7-A07E-E015CDEC3D5A}" presName="pictRect" presStyleLbl="revTx" presStyleIdx="2" presStyleCnt="6">
        <dgm:presLayoutVars>
          <dgm:chMax val="0"/>
          <dgm:bulletEnabled/>
        </dgm:presLayoutVars>
      </dgm:prSet>
      <dgm:spPr/>
    </dgm:pt>
    <dgm:pt modelId="{3C6A8536-F27E-435C-A246-DEADEF2C0D30}" type="pres">
      <dgm:prSet presAssocID="{AB50C8BC-A441-42C7-A07E-E015CDEC3D5A}" presName="textRect" presStyleLbl="revTx" presStyleIdx="3" presStyleCnt="6">
        <dgm:presLayoutVars>
          <dgm:bulletEnabled/>
        </dgm:presLayoutVars>
      </dgm:prSet>
      <dgm:spPr/>
    </dgm:pt>
    <dgm:pt modelId="{6B32BF60-89AB-4435-90FB-E4B38D8E04B0}" type="pres">
      <dgm:prSet presAssocID="{1313188F-8575-49F8-8AA9-6845DC6C916F}" presName="sibTrans" presStyleLbl="sibTrans2D1" presStyleIdx="0" presStyleCnt="0"/>
      <dgm:spPr/>
    </dgm:pt>
    <dgm:pt modelId="{3D8B66DF-A977-41A7-AF4C-2C2FDB10E091}" type="pres">
      <dgm:prSet presAssocID="{5E39BC8A-E5E2-45A7-BA20-A38B6FB4382F}" presName="compNode" presStyleCnt="0"/>
      <dgm:spPr/>
    </dgm:pt>
    <dgm:pt modelId="{0DEF3FC9-B213-49C8-AED6-24229D593347}" type="pres">
      <dgm:prSet presAssocID="{5E39BC8A-E5E2-45A7-BA20-A38B6FB4382F}" presName="pictRect" presStyleLbl="revTx" presStyleIdx="4" presStyleCnt="6">
        <dgm:presLayoutVars>
          <dgm:chMax val="0"/>
          <dgm:bulletEnabled/>
        </dgm:presLayoutVars>
      </dgm:prSet>
      <dgm:spPr/>
    </dgm:pt>
    <dgm:pt modelId="{8043B83C-31A9-4624-8027-B6483665B53C}" type="pres">
      <dgm:prSet presAssocID="{5E39BC8A-E5E2-45A7-BA20-A38B6FB4382F}" presName="textRect" presStyleLbl="revTx" presStyleIdx="5" presStyleCnt="6">
        <dgm:presLayoutVars>
          <dgm:bulletEnabled/>
        </dgm:presLayoutVars>
      </dgm:prSet>
      <dgm:spPr/>
    </dgm:pt>
  </dgm:ptLst>
  <dgm:cxnLst>
    <dgm:cxn modelId="{33F1CF10-6629-4B29-B98B-E56FFF3607D9}" type="presOf" srcId="{866B4FDE-1E0B-44CA-B47D-CB237C4C1CFE}" destId="{B9C24C37-C755-4F84-83BE-B99E6E2A080A}" srcOrd="0" destOrd="0" presId="urn:microsoft.com/office/officeart/2024/3/layout/hArchList1"/>
    <dgm:cxn modelId="{F2B1D713-220A-4CE4-9CD6-9DD5C4F9EE34}" type="presOf" srcId="{1313188F-8575-49F8-8AA9-6845DC6C916F}" destId="{6B32BF60-89AB-4435-90FB-E4B38D8E04B0}" srcOrd="0" destOrd="0" presId="urn:microsoft.com/office/officeart/2024/3/layout/hArchList1"/>
    <dgm:cxn modelId="{D6045337-8DF5-4564-B495-766656DEDD2D}" type="presOf" srcId="{667D9A43-3E1D-4AA5-9594-7407723B51CF}" destId="{1D217406-86D4-48AB-881C-DF689F5B399B}" srcOrd="0" destOrd="0" presId="urn:microsoft.com/office/officeart/2024/3/layout/hArchList1"/>
    <dgm:cxn modelId="{C4B58A3F-3A73-41E2-BAB1-F5348AE864C6}" type="presOf" srcId="{03132ED2-A851-4E8D-B379-AE0E352375ED}" destId="{3C6A8536-F27E-435C-A246-DEADEF2C0D30}" srcOrd="0" destOrd="0" presId="urn:microsoft.com/office/officeart/2024/3/layout/hArchList1"/>
    <dgm:cxn modelId="{394E1944-F0CC-4474-8DAD-4B5D740887FE}" type="presOf" srcId="{AB50C8BC-A441-42C7-A07E-E015CDEC3D5A}" destId="{5FD0B01B-1AB0-4DE3-B61C-0D895FE1741D}" srcOrd="0" destOrd="0" presId="urn:microsoft.com/office/officeart/2024/3/layout/hArchList1"/>
    <dgm:cxn modelId="{2A7AB445-48BE-40ED-9810-3A12C2CCA5AF}" srcId="{FBD814CE-3FE6-4C69-BC02-F333F4875AB7}" destId="{667D9A43-3E1D-4AA5-9594-7407723B51CF}" srcOrd="0" destOrd="0" parTransId="{C37158EC-1713-4CF8-B8E7-19DFB9B2E57B}" sibTransId="{1D390E87-A6CC-4141-AAFD-4445C581AEAC}"/>
    <dgm:cxn modelId="{0FCB8566-30C3-4FFD-A662-72620657644B}" srcId="{FBD814CE-3FE6-4C69-BC02-F333F4875AB7}" destId="{5E39BC8A-E5E2-45A7-BA20-A38B6FB4382F}" srcOrd="2" destOrd="0" parTransId="{57247DDC-D6B3-48B9-BA3F-C515E79C3552}" sibTransId="{EBDEE12A-97AA-49A0-848C-B7BF511CB397}"/>
    <dgm:cxn modelId="{F703E774-70F1-470B-BD58-6DE47B23A8A4}" type="presOf" srcId="{5E39BC8A-E5E2-45A7-BA20-A38B6FB4382F}" destId="{0DEF3FC9-B213-49C8-AED6-24229D593347}" srcOrd="0" destOrd="0" presId="urn:microsoft.com/office/officeart/2024/3/layout/hArchList1"/>
    <dgm:cxn modelId="{6B066782-2E99-4A1B-99C5-5EABCBEA258C}" type="presOf" srcId="{FBD814CE-3FE6-4C69-BC02-F333F4875AB7}" destId="{4DE18D4D-EB01-46AF-84E8-35D3FC9B52B2}" srcOrd="0" destOrd="0" presId="urn:microsoft.com/office/officeart/2024/3/layout/hArchList1"/>
    <dgm:cxn modelId="{2345718A-5A85-4A68-9333-77CBF9AAB996}" srcId="{5E39BC8A-E5E2-45A7-BA20-A38B6FB4382F}" destId="{E6A91730-5EDA-41F8-B007-0AE770D8C9D9}" srcOrd="0" destOrd="0" parTransId="{9A7D15C9-ECBE-46D3-9699-98E87291B8AA}" sibTransId="{5ED1C46D-798D-44A3-89A6-7527DF757DCF}"/>
    <dgm:cxn modelId="{A1EBBD9D-30E3-440C-BBF2-4E5B0C4BA28C}" srcId="{667D9A43-3E1D-4AA5-9594-7407723B51CF}" destId="{866B4FDE-1E0B-44CA-B47D-CB237C4C1CFE}" srcOrd="0" destOrd="0" parTransId="{4C767DF5-C1D6-4DE8-BAF3-36269A24C17B}" sibTransId="{0A885036-A498-4622-98F8-659B8A61C31C}"/>
    <dgm:cxn modelId="{374DC0B0-8256-4883-BA5A-6CA1E8B89E9C}" type="presOf" srcId="{E6A91730-5EDA-41F8-B007-0AE770D8C9D9}" destId="{8043B83C-31A9-4624-8027-B6483665B53C}" srcOrd="0" destOrd="0" presId="urn:microsoft.com/office/officeart/2024/3/layout/hArchList1"/>
    <dgm:cxn modelId="{C0F234BA-06DC-4CF9-A4E2-25767AE77C82}" type="presOf" srcId="{1D390E87-A6CC-4141-AAFD-4445C581AEAC}" destId="{DB31BF89-E1EA-4983-A7E8-A4240F085502}" srcOrd="0" destOrd="0" presId="urn:microsoft.com/office/officeart/2024/3/layout/hArchList1"/>
    <dgm:cxn modelId="{E2DF6CC9-61F2-4C99-8BCD-249E1BAD35CA}" srcId="{FBD814CE-3FE6-4C69-BC02-F333F4875AB7}" destId="{AB50C8BC-A441-42C7-A07E-E015CDEC3D5A}" srcOrd="1" destOrd="0" parTransId="{B8AE4573-410A-4F1C-9D06-1E6ED557B8C2}" sibTransId="{1313188F-8575-49F8-8AA9-6845DC6C916F}"/>
    <dgm:cxn modelId="{D10FF7FC-8C2A-414B-86E9-B1E7F92583A9}" srcId="{AB50C8BC-A441-42C7-A07E-E015CDEC3D5A}" destId="{03132ED2-A851-4E8D-B379-AE0E352375ED}" srcOrd="0" destOrd="0" parTransId="{577D95E9-BCC3-45DA-A46A-DF4F4E70EE54}" sibTransId="{241919BF-B81B-4D4C-8331-06D4F1E08A5C}"/>
    <dgm:cxn modelId="{1458C227-D2DC-48B8-B5FE-603BA69B62AF}" type="presParOf" srcId="{4DE18D4D-EB01-46AF-84E8-35D3FC9B52B2}" destId="{8DBBE95D-C49C-41C6-A460-C1F31FDA5633}" srcOrd="0" destOrd="0" presId="urn:microsoft.com/office/officeart/2024/3/layout/hArchList1"/>
    <dgm:cxn modelId="{F32CCAC9-18BE-4F25-B3CD-0528A6BEF753}" type="presParOf" srcId="{8DBBE95D-C49C-41C6-A460-C1F31FDA5633}" destId="{1D217406-86D4-48AB-881C-DF689F5B399B}" srcOrd="0" destOrd="0" presId="urn:microsoft.com/office/officeart/2024/3/layout/hArchList1"/>
    <dgm:cxn modelId="{94B12357-6144-413F-AED6-0F4A384A3A20}" type="presParOf" srcId="{8DBBE95D-C49C-41C6-A460-C1F31FDA5633}" destId="{B9C24C37-C755-4F84-83BE-B99E6E2A080A}" srcOrd="1" destOrd="0" presId="urn:microsoft.com/office/officeart/2024/3/layout/hArchList1"/>
    <dgm:cxn modelId="{698E7FF2-DC97-4C2B-9692-C08A656134B4}" type="presParOf" srcId="{4DE18D4D-EB01-46AF-84E8-35D3FC9B52B2}" destId="{DB31BF89-E1EA-4983-A7E8-A4240F085502}" srcOrd="1" destOrd="0" presId="urn:microsoft.com/office/officeart/2024/3/layout/hArchList1"/>
    <dgm:cxn modelId="{97F0EEEA-8DE5-421D-A881-5E4FB9AE34D1}" type="presParOf" srcId="{4DE18D4D-EB01-46AF-84E8-35D3FC9B52B2}" destId="{BDC9F2B6-57EA-4574-9F25-88128AC78A8A}" srcOrd="2" destOrd="0" presId="urn:microsoft.com/office/officeart/2024/3/layout/hArchList1"/>
    <dgm:cxn modelId="{FF5EC907-AF44-49BE-A25B-830E05BE91CD}" type="presParOf" srcId="{BDC9F2B6-57EA-4574-9F25-88128AC78A8A}" destId="{5FD0B01B-1AB0-4DE3-B61C-0D895FE1741D}" srcOrd="0" destOrd="0" presId="urn:microsoft.com/office/officeart/2024/3/layout/hArchList1"/>
    <dgm:cxn modelId="{6FF402C6-7A9B-461A-A356-10CE49DC16C2}" type="presParOf" srcId="{BDC9F2B6-57EA-4574-9F25-88128AC78A8A}" destId="{3C6A8536-F27E-435C-A246-DEADEF2C0D30}" srcOrd="1" destOrd="0" presId="urn:microsoft.com/office/officeart/2024/3/layout/hArchList1"/>
    <dgm:cxn modelId="{02D04CE7-1051-4C81-A367-8A2ADBE2847C}" type="presParOf" srcId="{4DE18D4D-EB01-46AF-84E8-35D3FC9B52B2}" destId="{6B32BF60-89AB-4435-90FB-E4B38D8E04B0}" srcOrd="3" destOrd="0" presId="urn:microsoft.com/office/officeart/2024/3/layout/hArchList1"/>
    <dgm:cxn modelId="{31F0CA50-EDF0-4AB0-8F99-1B376EDD73A4}" type="presParOf" srcId="{4DE18D4D-EB01-46AF-84E8-35D3FC9B52B2}" destId="{3D8B66DF-A977-41A7-AF4C-2C2FDB10E091}" srcOrd="4" destOrd="0" presId="urn:microsoft.com/office/officeart/2024/3/layout/hArchList1"/>
    <dgm:cxn modelId="{14603B48-4E6E-4BF9-B0AB-E2EE2963BCCB}" type="presParOf" srcId="{3D8B66DF-A977-41A7-AF4C-2C2FDB10E091}" destId="{0DEF3FC9-B213-49C8-AED6-24229D593347}" srcOrd="0" destOrd="0" presId="urn:microsoft.com/office/officeart/2024/3/layout/hArchList1"/>
    <dgm:cxn modelId="{3DE1C1A2-4A04-43A3-B63B-1F55F1DA3C53}" type="presParOf" srcId="{3D8B66DF-A977-41A7-AF4C-2C2FDB10E091}" destId="{8043B83C-31A9-4624-8027-B6483665B53C}"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217406-86D4-48AB-881C-DF689F5B399B}">
      <dsp:nvSpPr>
        <dsp:cNvPr id="0" name=""/>
        <dsp:cNvSpPr/>
      </dsp:nvSpPr>
      <dsp:spPr>
        <a:xfrm>
          <a:off x="0" y="0"/>
          <a:ext cx="2571749" cy="596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Comprehensive ERP System</a:t>
          </a:r>
          <a:endParaRPr lang="en-US" sz="1800" kern="1200"/>
        </a:p>
      </dsp:txBody>
      <dsp:txXfrm>
        <a:off x="0" y="0"/>
        <a:ext cx="2571749" cy="596458"/>
      </dsp:txXfrm>
    </dsp:sp>
    <dsp:sp modelId="{B9C24C37-C755-4F84-83BE-B99E6E2A080A}">
      <dsp:nvSpPr>
        <dsp:cNvPr id="0" name=""/>
        <dsp:cNvSpPr/>
      </dsp:nvSpPr>
      <dsp:spPr>
        <a:xfrm>
          <a:off x="0" y="596458"/>
          <a:ext cx="2571749" cy="1156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JD Edwards provides an integrated ERP platform for managing various business operations effectively.</a:t>
          </a:r>
        </a:p>
      </dsp:txBody>
      <dsp:txXfrm>
        <a:off x="0" y="596458"/>
        <a:ext cx="2571749" cy="1156140"/>
      </dsp:txXfrm>
    </dsp:sp>
    <dsp:sp modelId="{5FD0B01B-1AB0-4DE3-B61C-0D895FE1741D}">
      <dsp:nvSpPr>
        <dsp:cNvPr id="0" name=""/>
        <dsp:cNvSpPr/>
      </dsp:nvSpPr>
      <dsp:spPr>
        <a:xfrm>
          <a:off x="2828924" y="0"/>
          <a:ext cx="2571749" cy="596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Order Processing Support</a:t>
          </a:r>
          <a:endParaRPr lang="en-US" sz="1800" kern="1200"/>
        </a:p>
      </dsp:txBody>
      <dsp:txXfrm>
        <a:off x="2828924" y="0"/>
        <a:ext cx="2571749" cy="596458"/>
      </dsp:txXfrm>
    </dsp:sp>
    <dsp:sp modelId="{3C6A8536-F27E-435C-A246-DEADEF2C0D30}">
      <dsp:nvSpPr>
        <dsp:cNvPr id="0" name=""/>
        <dsp:cNvSpPr/>
      </dsp:nvSpPr>
      <dsp:spPr>
        <a:xfrm>
          <a:off x="2828924" y="596458"/>
          <a:ext cx="2571749" cy="1156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system streamlines order processing to improve accuracy and speed of order fulfillment.</a:t>
          </a:r>
        </a:p>
      </dsp:txBody>
      <dsp:txXfrm>
        <a:off x="2828924" y="596458"/>
        <a:ext cx="2571749" cy="1156140"/>
      </dsp:txXfrm>
    </dsp:sp>
    <dsp:sp modelId="{0DEF3FC9-B213-49C8-AED6-24229D593347}">
      <dsp:nvSpPr>
        <dsp:cNvPr id="0" name=""/>
        <dsp:cNvSpPr/>
      </dsp:nvSpPr>
      <dsp:spPr>
        <a:xfrm>
          <a:off x="5657849" y="0"/>
          <a:ext cx="2571749" cy="596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Inventory and Customer Management</a:t>
          </a:r>
          <a:endParaRPr lang="en-US" sz="1800" kern="1200"/>
        </a:p>
      </dsp:txBody>
      <dsp:txXfrm>
        <a:off x="5657849" y="0"/>
        <a:ext cx="2571749" cy="596458"/>
      </dsp:txXfrm>
    </dsp:sp>
    <dsp:sp modelId="{8043B83C-31A9-4624-8027-B6483665B53C}">
      <dsp:nvSpPr>
        <dsp:cNvPr id="0" name=""/>
        <dsp:cNvSpPr/>
      </dsp:nvSpPr>
      <dsp:spPr>
        <a:xfrm>
          <a:off x="5657849" y="596458"/>
          <a:ext cx="2571749" cy="1156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JD Edwards manages inventory control and customer data to optimize operational efficiency.</a:t>
          </a:r>
        </a:p>
      </dsp:txBody>
      <dsp:txXfrm>
        <a:off x="5657849" y="596458"/>
        <a:ext cx="2571749" cy="1156140"/>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EDA1A-2C8B-43FC-B08F-087947C30023}"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78E25D-DD31-4D8F-97E6-DDD76FDEAA9D}" type="slidenum">
              <a:rPr lang="en-US" smtClean="0"/>
              <a:t>‹#›</a:t>
            </a:fld>
            <a:endParaRPr lang="en-US"/>
          </a:p>
        </p:txBody>
      </p:sp>
    </p:spTree>
    <p:extLst>
      <p:ext uri="{BB962C8B-B14F-4D97-AF65-F5344CB8AC3E}">
        <p14:creationId xmlns:p14="http://schemas.microsoft.com/office/powerpoint/2010/main" val="1321812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covers the JDE Order Hold workflow, focusing on streamlining order management within the Stryker business context. We will explore the process steps, roles, customizations, and best practices to enhance efficiency and control.
</a:t>
            </a:r>
          </a:p>
        </p:txBody>
      </p:sp>
      <p:sp>
        <p:nvSpPr>
          <p:cNvPr id="4" name="Slide Number Placeholder 3"/>
          <p:cNvSpPr>
            <a:spLocks noGrp="1"/>
          </p:cNvSpPr>
          <p:nvPr>
            <p:ph type="sldNum" sz="quarter" idx="5"/>
          </p:nvPr>
        </p:nvSpPr>
        <p:spPr/>
        <p:txBody>
          <a:bodyPr/>
          <a:lstStyle/>
          <a:p>
            <a:fld id="{396E795A-B00E-4A79-B827-1E5CF401228A}" type="slidenum">
              <a:rPr lang="en-US" smtClean="0"/>
              <a:t>1</a:t>
            </a:fld>
            <a:endParaRPr lang="en-US"/>
          </a:p>
        </p:txBody>
      </p:sp>
    </p:spTree>
    <p:extLst>
      <p:ext uri="{BB962C8B-B14F-4D97-AF65-F5344CB8AC3E}">
        <p14:creationId xmlns:p14="http://schemas.microsoft.com/office/powerpoint/2010/main" val="3420406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start with an overview of the JDE Order Hold process, followed by a detailed look at key workflow stages. Then we will define roles and responsibilities, walk through the workflow diagram, and finally discuss best practices and Stryker-specific customizations.</a:t>
            </a:r>
          </a:p>
        </p:txBody>
      </p:sp>
      <p:sp>
        <p:nvSpPr>
          <p:cNvPr id="4" name="Slide Number Placeholder 3"/>
          <p:cNvSpPr>
            <a:spLocks noGrp="1"/>
          </p:cNvSpPr>
          <p:nvPr>
            <p:ph type="sldNum" sz="quarter" idx="5"/>
          </p:nvPr>
        </p:nvSpPr>
        <p:spPr/>
        <p:txBody>
          <a:bodyPr/>
          <a:lstStyle/>
          <a:p>
            <a:fld id="{396E795A-B00E-4A79-B827-1E5CF401228A}" type="slidenum">
              <a:rPr lang="en-US" smtClean="0"/>
              <a:t>2</a:t>
            </a:fld>
            <a:endParaRPr lang="en-US"/>
          </a:p>
        </p:txBody>
      </p:sp>
    </p:spTree>
    <p:extLst>
      <p:ext uri="{BB962C8B-B14F-4D97-AF65-F5344CB8AC3E}">
        <p14:creationId xmlns:p14="http://schemas.microsoft.com/office/powerpoint/2010/main" val="2242590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foundation of the JDE Order Hold process is essential. This section introduces JD Edwards Order Management, explains why order holds are important, and highlights common scenarios that trigger holds.</a:t>
            </a:r>
          </a:p>
        </p:txBody>
      </p:sp>
      <p:sp>
        <p:nvSpPr>
          <p:cNvPr id="4" name="Slide Number Placeholder 3"/>
          <p:cNvSpPr>
            <a:spLocks noGrp="1"/>
          </p:cNvSpPr>
          <p:nvPr>
            <p:ph type="sldNum" sz="quarter" idx="5"/>
          </p:nvPr>
        </p:nvSpPr>
        <p:spPr/>
        <p:txBody>
          <a:bodyPr/>
          <a:lstStyle/>
          <a:p>
            <a:fld id="{396E795A-B00E-4A79-B827-1E5CF401228A}" type="slidenum">
              <a:rPr lang="en-US" smtClean="0"/>
              <a:t>3</a:t>
            </a:fld>
            <a:endParaRPr lang="en-US"/>
          </a:p>
        </p:txBody>
      </p:sp>
    </p:spTree>
    <p:extLst>
      <p:ext uri="{BB962C8B-B14F-4D97-AF65-F5344CB8AC3E}">
        <p14:creationId xmlns:p14="http://schemas.microsoft.com/office/powerpoint/2010/main" val="97191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JD Edwards is a comprehensive ERP system used for order management. It supports order processing, inventory, and customer management to enhance operational efficiency.</a:t>
            </a:r>
          </a:p>
        </p:txBody>
      </p:sp>
      <p:sp>
        <p:nvSpPr>
          <p:cNvPr id="4" name="Slide Number Placeholder 3"/>
          <p:cNvSpPr>
            <a:spLocks noGrp="1"/>
          </p:cNvSpPr>
          <p:nvPr>
            <p:ph type="sldNum" sz="quarter" idx="5"/>
          </p:nvPr>
        </p:nvSpPr>
        <p:spPr/>
        <p:txBody>
          <a:bodyPr/>
          <a:lstStyle/>
          <a:p>
            <a:fld id="{396E795A-B00E-4A79-B827-1E5CF401228A}" type="slidenum">
              <a:rPr lang="en-US" smtClean="0"/>
              <a:t>4</a:t>
            </a:fld>
            <a:endParaRPr lang="en-US"/>
          </a:p>
        </p:txBody>
      </p:sp>
    </p:spTree>
    <p:extLst>
      <p:ext uri="{BB962C8B-B14F-4D97-AF65-F5344CB8AC3E}">
        <p14:creationId xmlns:p14="http://schemas.microsoft.com/office/powerpoint/2010/main" val="20113961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_Option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7EC89E-2F47-6D10-AA1C-A2D01EC52D18}"/>
              </a:ext>
            </a:extLst>
          </p:cNvPr>
          <p:cNvSpPr>
            <a:spLocks noGrp="1" noRot="1" noMove="1" noResize="1" noEditPoints="1" noAdjustHandles="1" noChangeArrowheads="1" noChangeShapeType="1"/>
          </p:cNvSpPr>
          <p:nvPr/>
        </p:nvSpPr>
        <p:spPr>
          <a:xfrm>
            <a:off x="398892" y="1665171"/>
            <a:ext cx="11064754" cy="4123379"/>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3"/>
          <p:cNvSpPr>
            <a:spLocks noGrp="1"/>
          </p:cNvSpPr>
          <p:nvPr>
            <p:ph type="dt" sz="half" idx="2"/>
          </p:nvPr>
        </p:nvSpPr>
        <p:spPr>
          <a:xfrm>
            <a:off x="9192126" y="6103752"/>
            <a:ext cx="2271519" cy="136688"/>
          </a:xfrm>
          <a:prstGeom prst="rect">
            <a:avLst/>
          </a:prstGeom>
        </p:spPr>
        <p:txBody>
          <a:bodyPr vert="horz" wrap="square" lIns="0" tIns="0" rIns="0" bIns="0" numCol="1" anchor="ctr" anchorCtr="0" compatLnSpc="1">
            <a:prstTxWarp prst="textNoShape">
              <a:avLst/>
            </a:prstTxWarp>
            <a:noAutofit/>
          </a:bodyPr>
          <a:lstStyle>
            <a:lvl1pPr algn="r">
              <a:defRPr sz="1400" b="0" i="0">
                <a:latin typeface="+mn-lt"/>
                <a:cs typeface="Cambria" panose="02040503050406030204" pitchFamily="18" charset="0"/>
              </a:defRPr>
            </a:lvl1pPr>
          </a:lstStyle>
          <a:p>
            <a:fld id="{D468C848-604A-9841-BD8D-0BFADE27C6EA}" type="datetime4">
              <a:rPr lang="en-US" smtClean="0"/>
              <a:pPr/>
              <a:t>March 16, 2026</a:t>
            </a:fld>
            <a:endParaRPr lang="en-US" dirty="0"/>
          </a:p>
        </p:txBody>
      </p:sp>
      <p:sp>
        <p:nvSpPr>
          <p:cNvPr id="2" name="Graphic 7">
            <a:extLst>
              <a:ext uri="{FF2B5EF4-FFF2-40B4-BE49-F238E27FC236}">
                <a16:creationId xmlns:a16="http://schemas.microsoft.com/office/drawing/2014/main" id="{4A32B26A-F141-169C-F602-74CDE37A576C}"/>
              </a:ext>
            </a:extLst>
          </p:cNvPr>
          <p:cNvSpPr>
            <a:spLocks noGrp="1" noRot="1" noMove="1" noResize="1" noEditPoints="1" noAdjustHandles="1" noChangeArrowheads="1" noChangeShapeType="1"/>
          </p:cNvSpPr>
          <p:nvPr userDrawn="1"/>
        </p:nvSpPr>
        <p:spPr>
          <a:xfrm rot="10800000">
            <a:off x="-1" y="2209911"/>
            <a:ext cx="8361607" cy="2070411"/>
          </a:xfrm>
          <a:custGeom>
            <a:avLst/>
            <a:gdLst>
              <a:gd name="connsiteX0" fmla="*/ 0 w 2975351"/>
              <a:gd name="connsiteY0" fmla="*/ 0 h 540374"/>
              <a:gd name="connsiteX1" fmla="*/ 2975351 w 2975351"/>
              <a:gd name="connsiteY1" fmla="*/ 0 h 540374"/>
              <a:gd name="connsiteX2" fmla="*/ 2975351 w 2975351"/>
              <a:gd name="connsiteY2" fmla="*/ 540374 h 540374"/>
              <a:gd name="connsiteX3" fmla="*/ 0 w 2975351"/>
              <a:gd name="connsiteY3" fmla="*/ 540374 h 540374"/>
            </a:gdLst>
            <a:ahLst/>
            <a:cxnLst>
              <a:cxn ang="0">
                <a:pos x="connsiteX0" y="connsiteY0"/>
              </a:cxn>
              <a:cxn ang="0">
                <a:pos x="connsiteX1" y="connsiteY1"/>
              </a:cxn>
              <a:cxn ang="0">
                <a:pos x="connsiteX2" y="connsiteY2"/>
              </a:cxn>
              <a:cxn ang="0">
                <a:pos x="connsiteX3" y="connsiteY3"/>
              </a:cxn>
            </a:cxnLst>
            <a:rect l="l" t="t" r="r" b="b"/>
            <a:pathLst>
              <a:path w="2975351" h="540374">
                <a:moveTo>
                  <a:pt x="0" y="0"/>
                </a:moveTo>
                <a:lnTo>
                  <a:pt x="2975351" y="0"/>
                </a:lnTo>
                <a:lnTo>
                  <a:pt x="2975351" y="540374"/>
                </a:lnTo>
                <a:lnTo>
                  <a:pt x="0" y="540374"/>
                </a:lnTo>
                <a:close/>
              </a:path>
            </a:pathLst>
          </a:custGeom>
          <a:gradFill>
            <a:gsLst>
              <a:gs pos="0">
                <a:srgbClr val="FFB500"/>
              </a:gs>
              <a:gs pos="33000">
                <a:srgbClr val="FCB200"/>
              </a:gs>
              <a:gs pos="53000">
                <a:srgbClr val="F4AB00"/>
              </a:gs>
              <a:gs pos="69000">
                <a:srgbClr val="E59E01"/>
              </a:gs>
              <a:gs pos="83000">
                <a:srgbClr val="D18C02"/>
              </a:gs>
              <a:gs pos="96000">
                <a:srgbClr val="B77403"/>
              </a:gs>
              <a:gs pos="100000">
                <a:srgbClr val="AF6D04"/>
              </a:gs>
            </a:gsLst>
            <a:lin ang="0" scaled="1"/>
          </a:gradFill>
          <a:ln w="2182" cap="flat">
            <a:noFill/>
            <a:prstDash val="solid"/>
            <a:miter/>
          </a:ln>
        </p:spPr>
        <p:txBody>
          <a:bodyPr rtlCol="0" anchor="ctr"/>
          <a:lstStyle/>
          <a:p>
            <a:endParaRPr lang="en-US" dirty="0"/>
          </a:p>
        </p:txBody>
      </p:sp>
      <p:sp>
        <p:nvSpPr>
          <p:cNvPr id="4" name="Rectangle 3">
            <a:extLst>
              <a:ext uri="{FF2B5EF4-FFF2-40B4-BE49-F238E27FC236}">
                <a16:creationId xmlns:a16="http://schemas.microsoft.com/office/drawing/2014/main" id="{21A874DC-B94A-9BB1-CD20-DD5E08B57F39}"/>
              </a:ext>
            </a:extLst>
          </p:cNvPr>
          <p:cNvSpPr>
            <a:spLocks noGrp="1" noRot="1" noMove="1" noResize="1" noEditPoints="1" noAdjustHandles="1" noChangeArrowheads="1" noChangeShapeType="1"/>
          </p:cNvSpPr>
          <p:nvPr userDrawn="1"/>
        </p:nvSpPr>
        <p:spPr>
          <a:xfrm>
            <a:off x="963084" y="4280319"/>
            <a:ext cx="7398522" cy="1048808"/>
          </a:xfrm>
          <a:prstGeom prst="rect">
            <a:avLst/>
          </a:prstGeom>
          <a:solidFill>
            <a:srgbClr val="4C7D7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dirty="0">
              <a:solidFill>
                <a:schemeClr val="bg1"/>
              </a:solidFill>
              <a:latin typeface="Cambria" panose="02040503050406030204" pitchFamily="18" charset="0"/>
              <a:cs typeface="Cambria Regular" charset="0"/>
            </a:endParaRPr>
          </a:p>
        </p:txBody>
      </p:sp>
      <p:sp>
        <p:nvSpPr>
          <p:cNvPr id="15" name="Text Placeholder 4">
            <a:extLst>
              <a:ext uri="{FF2B5EF4-FFF2-40B4-BE49-F238E27FC236}">
                <a16:creationId xmlns:a16="http://schemas.microsoft.com/office/drawing/2014/main" id="{22E541A9-A6C5-86C0-0077-F905217AAE24}"/>
              </a:ext>
            </a:extLst>
          </p:cNvPr>
          <p:cNvSpPr>
            <a:spLocks noGrp="1"/>
          </p:cNvSpPr>
          <p:nvPr>
            <p:ph type="body" sz="quarter" idx="17" hasCustomPrompt="1"/>
          </p:nvPr>
        </p:nvSpPr>
        <p:spPr>
          <a:xfrm>
            <a:off x="1186325" y="2233849"/>
            <a:ext cx="6449483" cy="1135157"/>
          </a:xfrm>
          <a:prstGeom prst="rect">
            <a:avLst/>
          </a:prstGeom>
        </p:spPr>
        <p:txBody>
          <a:bodyPr lIns="0" tIns="0" rIns="0" bIns="0" anchor="b" anchorCtr="0">
            <a:normAutofit/>
          </a:bodyPr>
          <a:lstStyle>
            <a:lvl1pPr algn="l">
              <a:defRPr sz="6000" b="0" i="0">
                <a:solidFill>
                  <a:schemeClr val="tx1"/>
                </a:solidFill>
                <a:latin typeface="Rockwell" panose="02060603020205020403" pitchFamily="18" charset="77"/>
                <a:ea typeface="Rockwell" panose="02060603020205020403" pitchFamily="18" charset="77"/>
                <a:cs typeface="Rockwell" panose="02060603020205020403" pitchFamily="18" charset="77"/>
              </a:defRPr>
            </a:lvl1pPr>
          </a:lstStyle>
          <a:p>
            <a:pPr lvl="0"/>
            <a:r>
              <a:rPr lang="en-US" dirty="0"/>
              <a:t>Click to edit text</a:t>
            </a:r>
          </a:p>
        </p:txBody>
      </p:sp>
      <p:sp>
        <p:nvSpPr>
          <p:cNvPr id="16" name="Text Placeholder 13">
            <a:extLst>
              <a:ext uri="{FF2B5EF4-FFF2-40B4-BE49-F238E27FC236}">
                <a16:creationId xmlns:a16="http://schemas.microsoft.com/office/drawing/2014/main" id="{3B6EBB3F-5203-017F-9113-CFA0ED146F01}"/>
              </a:ext>
            </a:extLst>
          </p:cNvPr>
          <p:cNvSpPr>
            <a:spLocks noGrp="1"/>
          </p:cNvSpPr>
          <p:nvPr>
            <p:ph type="body" sz="quarter" idx="18" hasCustomPrompt="1"/>
          </p:nvPr>
        </p:nvSpPr>
        <p:spPr>
          <a:xfrm>
            <a:off x="1186325" y="3384347"/>
            <a:ext cx="6449483" cy="876721"/>
          </a:xfrm>
          <a:prstGeom prst="rect">
            <a:avLst/>
          </a:prstGeom>
        </p:spPr>
        <p:txBody>
          <a:bodyPr lIns="0" tIns="0" rIns="0" bIns="0" anchor="b" anchorCtr="0">
            <a:noAutofit/>
          </a:bodyPr>
          <a:lstStyle>
            <a:lvl1pPr algn="l">
              <a:defRPr sz="5600" b="0" i="0">
                <a:solidFill>
                  <a:schemeClr val="bg1"/>
                </a:solidFill>
                <a:latin typeface="+mj-lt"/>
                <a:ea typeface="Arial Black" panose="020B0604020202020204" pitchFamily="34" charset="0"/>
                <a:cs typeface="Arial Black" panose="020B0604020202020204" pitchFamily="34" charset="0"/>
              </a:defRPr>
            </a:lvl1pPr>
          </a:lstStyle>
          <a:p>
            <a:pPr lvl="0"/>
            <a:r>
              <a:rPr lang="en-US" dirty="0"/>
              <a:t>click to edit</a:t>
            </a:r>
          </a:p>
        </p:txBody>
      </p:sp>
      <p:pic>
        <p:nvPicPr>
          <p:cNvPr id="19" name="Picture 18">
            <a:extLst>
              <a:ext uri="{FF2B5EF4-FFF2-40B4-BE49-F238E27FC236}">
                <a16:creationId xmlns:a16="http://schemas.microsoft.com/office/drawing/2014/main" id="{379A297C-852C-7380-91CC-6CC7A29D37E1}"/>
              </a:ext>
            </a:extLst>
          </p:cNvPr>
          <p:cNvPicPr>
            <a:picLocks noChangeAspect="1"/>
          </p:cNvPicPr>
          <p:nvPr userDrawn="1"/>
        </p:nvPicPr>
        <p:blipFill>
          <a:blip r:embed="rId2"/>
          <a:stretch>
            <a:fillRect/>
          </a:stretch>
        </p:blipFill>
        <p:spPr>
          <a:xfrm>
            <a:off x="10576560" y="358987"/>
            <a:ext cx="1219200" cy="308773"/>
          </a:xfrm>
          <a:prstGeom prst="rect">
            <a:avLst/>
          </a:prstGeom>
        </p:spPr>
      </p:pic>
      <p:sp>
        <p:nvSpPr>
          <p:cNvPr id="20" name="Text Placeholder 4">
            <a:extLst>
              <a:ext uri="{FF2B5EF4-FFF2-40B4-BE49-F238E27FC236}">
                <a16:creationId xmlns:a16="http://schemas.microsoft.com/office/drawing/2014/main" id="{19E6C157-BA06-D66A-FA5B-66DA29E03BD4}"/>
              </a:ext>
            </a:extLst>
          </p:cNvPr>
          <p:cNvSpPr>
            <a:spLocks noGrp="1"/>
          </p:cNvSpPr>
          <p:nvPr>
            <p:ph type="body" sz="quarter" idx="13" hasCustomPrompt="1"/>
          </p:nvPr>
        </p:nvSpPr>
        <p:spPr>
          <a:xfrm>
            <a:off x="1186325" y="4403843"/>
            <a:ext cx="6453632" cy="805474"/>
          </a:xfrm>
          <a:prstGeom prst="rect">
            <a:avLst/>
          </a:prstGeom>
        </p:spPr>
        <p:txBody>
          <a:bodyPr lIns="0" tIns="0" rIns="0" bIns="0" anchor="ctr" anchorCtr="0">
            <a:normAutofit/>
          </a:bodyPr>
          <a:lstStyle>
            <a:lvl1pPr marL="0" indent="0" algn="l">
              <a:lnSpc>
                <a:spcPct val="110000"/>
              </a:lnSpc>
              <a:spcAft>
                <a:spcPts val="0"/>
              </a:spcAft>
              <a:buNone/>
              <a:defRPr sz="2800" b="0" i="0">
                <a:solidFill>
                  <a:schemeClr val="bg1"/>
                </a:solidFill>
                <a:latin typeface="Rockwell" panose="02060603020205020403" pitchFamily="18" charset="0"/>
                <a:cs typeface="Rockwell" panose="02060603020205020403" pitchFamily="18" charset="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text</a:t>
            </a:r>
          </a:p>
        </p:txBody>
      </p:sp>
    </p:spTree>
    <p:extLst>
      <p:ext uri="{BB962C8B-B14F-4D97-AF65-F5344CB8AC3E}">
        <p14:creationId xmlns:p14="http://schemas.microsoft.com/office/powerpoint/2010/main" val="2175391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_Option 2">
    <p:spTree>
      <p:nvGrpSpPr>
        <p:cNvPr id="1" name=""/>
        <p:cNvGrpSpPr/>
        <p:nvPr/>
      </p:nvGrpSpPr>
      <p:grpSpPr>
        <a:xfrm>
          <a:off x="0" y="0"/>
          <a:ext cx="0" cy="0"/>
          <a:chOff x="0" y="0"/>
          <a:chExt cx="0" cy="0"/>
        </a:xfrm>
      </p:grpSpPr>
      <p:pic>
        <p:nvPicPr>
          <p:cNvPr id="2" name="Picture 8" descr="stryker_title_slide2.jpg">
            <a:extLst>
              <a:ext uri="{FF2B5EF4-FFF2-40B4-BE49-F238E27FC236}">
                <a16:creationId xmlns:a16="http://schemas.microsoft.com/office/drawing/2014/main" id="{9C7B21D3-4336-C484-41C5-6B07461DBEE2}"/>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Text Placeholder 4"/>
          <p:cNvSpPr>
            <a:spLocks noGrp="1"/>
          </p:cNvSpPr>
          <p:nvPr>
            <p:ph type="body" sz="quarter" idx="13" hasCustomPrompt="1"/>
          </p:nvPr>
        </p:nvSpPr>
        <p:spPr>
          <a:xfrm>
            <a:off x="963168" y="4114800"/>
            <a:ext cx="6453632" cy="1734312"/>
          </a:xfrm>
          <a:prstGeom prst="rect">
            <a:avLst/>
          </a:prstGeom>
        </p:spPr>
        <p:txBody>
          <a:bodyPr lIns="0" tIns="0" rIns="0" bIns="0" anchor="t" anchorCtr="0">
            <a:normAutofit/>
          </a:bodyPr>
          <a:lstStyle>
            <a:lvl1pPr marL="0" indent="0" algn="l">
              <a:lnSpc>
                <a:spcPct val="110000"/>
              </a:lnSpc>
              <a:spcAft>
                <a:spcPts val="0"/>
              </a:spcAft>
              <a:buNone/>
              <a:defRPr sz="2800" b="0" i="0">
                <a:latin typeface="+mj-lt"/>
                <a:cs typeface="Arial Black" panose="020B0604020202020204" pitchFamily="34" charset="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text</a:t>
            </a:r>
          </a:p>
        </p:txBody>
      </p:sp>
      <p:pic>
        <p:nvPicPr>
          <p:cNvPr id="11" name="Picture 10"/>
          <p:cNvPicPr>
            <a:picLocks noGrp="1" noRot="1" noChangeAspect="1" noMove="1" noResize="1" noEditPoints="1" noAdjustHandles="1" noChangeArrowheads="1" noChangeShapeType="1" noCrop="1"/>
          </p:cNvPicPr>
          <p:nvPr/>
        </p:nvPicPr>
        <p:blipFill>
          <a:blip r:embed="rId3"/>
          <a:stretch>
            <a:fillRect/>
          </a:stretch>
        </p:blipFill>
        <p:spPr>
          <a:xfrm>
            <a:off x="10576560" y="358987"/>
            <a:ext cx="1219200" cy="308773"/>
          </a:xfrm>
          <a:prstGeom prst="rect">
            <a:avLst/>
          </a:prstGeom>
        </p:spPr>
      </p:pic>
      <p:sp>
        <p:nvSpPr>
          <p:cNvPr id="10" name="Text Placeholder 4"/>
          <p:cNvSpPr>
            <a:spLocks noGrp="1"/>
          </p:cNvSpPr>
          <p:nvPr>
            <p:ph type="body" sz="quarter" idx="15" hasCustomPrompt="1"/>
          </p:nvPr>
        </p:nvSpPr>
        <p:spPr>
          <a:xfrm>
            <a:off x="963084" y="767388"/>
            <a:ext cx="6449483" cy="2070411"/>
          </a:xfrm>
          <a:prstGeom prst="rect">
            <a:avLst/>
          </a:prstGeom>
        </p:spPr>
        <p:txBody>
          <a:bodyPr lIns="0" tIns="0" rIns="0" bIns="0" anchor="b" anchorCtr="0">
            <a:normAutofit/>
          </a:bodyPr>
          <a:lstStyle>
            <a:lvl1pPr algn="l">
              <a:defRPr sz="6000" b="0" i="0">
                <a:solidFill>
                  <a:schemeClr val="tx1"/>
                </a:solidFill>
                <a:latin typeface="Rockwell" panose="02060603020205020403" pitchFamily="18" charset="77"/>
                <a:ea typeface="Rockwell" panose="02060603020205020403" pitchFamily="18" charset="77"/>
                <a:cs typeface="Rockwell" panose="02060603020205020403" pitchFamily="18" charset="77"/>
              </a:defRPr>
            </a:lvl1pPr>
          </a:lstStyle>
          <a:p>
            <a:pPr lvl="0"/>
            <a:r>
              <a:rPr lang="en-US" dirty="0"/>
              <a:t>Click to edit text</a:t>
            </a:r>
          </a:p>
        </p:txBody>
      </p:sp>
      <p:sp>
        <p:nvSpPr>
          <p:cNvPr id="13" name="Text Placeholder 13"/>
          <p:cNvSpPr>
            <a:spLocks noGrp="1"/>
          </p:cNvSpPr>
          <p:nvPr>
            <p:ph type="body" sz="quarter" idx="16" hasCustomPrompt="1"/>
          </p:nvPr>
        </p:nvSpPr>
        <p:spPr>
          <a:xfrm>
            <a:off x="963084" y="2853140"/>
            <a:ext cx="6449483" cy="876721"/>
          </a:xfrm>
          <a:prstGeom prst="rect">
            <a:avLst/>
          </a:prstGeom>
        </p:spPr>
        <p:txBody>
          <a:bodyPr lIns="0" tIns="0" rIns="0" bIns="0" anchor="b" anchorCtr="0">
            <a:noAutofit/>
          </a:bodyPr>
          <a:lstStyle>
            <a:lvl1pPr algn="l">
              <a:defRPr sz="5600" b="0" i="0">
                <a:solidFill>
                  <a:schemeClr val="bg1"/>
                </a:solidFill>
                <a:latin typeface="+mj-lt"/>
                <a:ea typeface="Arial Black" panose="020B0604020202020204" pitchFamily="34" charset="0"/>
                <a:cs typeface="Arial Black" panose="020B0604020202020204" pitchFamily="34" charset="0"/>
              </a:defRPr>
            </a:lvl1pPr>
          </a:lstStyle>
          <a:p>
            <a:pPr lvl="0"/>
            <a:r>
              <a:rPr lang="en-US" dirty="0"/>
              <a:t>click to edit</a:t>
            </a:r>
          </a:p>
        </p:txBody>
      </p:sp>
      <p:sp>
        <p:nvSpPr>
          <p:cNvPr id="8" name="Date Placeholder 3">
            <a:extLst>
              <a:ext uri="{FF2B5EF4-FFF2-40B4-BE49-F238E27FC236}">
                <a16:creationId xmlns:a16="http://schemas.microsoft.com/office/drawing/2014/main" id="{48C642E8-0024-48FF-2769-DDEC41534298}"/>
              </a:ext>
            </a:extLst>
          </p:cNvPr>
          <p:cNvSpPr>
            <a:spLocks noGrp="1"/>
          </p:cNvSpPr>
          <p:nvPr>
            <p:ph type="dt" sz="half" idx="2"/>
          </p:nvPr>
        </p:nvSpPr>
        <p:spPr>
          <a:xfrm>
            <a:off x="9192126" y="6103752"/>
            <a:ext cx="2271519" cy="136688"/>
          </a:xfrm>
          <a:prstGeom prst="rect">
            <a:avLst/>
          </a:prstGeom>
        </p:spPr>
        <p:txBody>
          <a:bodyPr vert="horz" wrap="square" lIns="0" tIns="0" rIns="0" bIns="0" numCol="1" anchor="ctr" anchorCtr="0" compatLnSpc="1">
            <a:prstTxWarp prst="textNoShape">
              <a:avLst/>
            </a:prstTxWarp>
            <a:noAutofit/>
          </a:bodyPr>
          <a:lstStyle>
            <a:lvl1pPr algn="r">
              <a:defRPr sz="1400" b="0" i="0">
                <a:latin typeface="+mn-lt"/>
                <a:cs typeface="Cambria" panose="02040503050406030204" pitchFamily="18" charset="0"/>
              </a:defRPr>
            </a:lvl1pPr>
          </a:lstStyle>
          <a:p>
            <a:fld id="{D468C848-604A-9841-BD8D-0BFADE27C6EA}" type="datetime4">
              <a:rPr lang="en-US" smtClean="0"/>
              <a:pPr/>
              <a:t>March 16, 2026</a:t>
            </a:fld>
            <a:endParaRPr lang="en-US" dirty="0"/>
          </a:p>
        </p:txBody>
      </p:sp>
    </p:spTree>
    <p:extLst>
      <p:ext uri="{BB962C8B-B14F-4D97-AF65-F5344CB8AC3E}">
        <p14:creationId xmlns:p14="http://schemas.microsoft.com/office/powerpoint/2010/main" val="1272615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Title or Content Highlight - Option 2">
    <p:spTree>
      <p:nvGrpSpPr>
        <p:cNvPr id="1" name=""/>
        <p:cNvGrpSpPr/>
        <p:nvPr/>
      </p:nvGrpSpPr>
      <p:grpSpPr>
        <a:xfrm>
          <a:off x="0" y="0"/>
          <a:ext cx="0" cy="0"/>
          <a:chOff x="0" y="0"/>
          <a:chExt cx="0" cy="0"/>
        </a:xfrm>
      </p:grpSpPr>
      <p:sp>
        <p:nvSpPr>
          <p:cNvPr id="16" name="Graphic 90">
            <a:extLst>
              <a:ext uri="{FF2B5EF4-FFF2-40B4-BE49-F238E27FC236}">
                <a16:creationId xmlns:a16="http://schemas.microsoft.com/office/drawing/2014/main" id="{D5524986-8CD8-1CF4-1969-C613796B65D7}"/>
              </a:ext>
            </a:extLst>
          </p:cNvPr>
          <p:cNvSpPr/>
          <p:nvPr/>
        </p:nvSpPr>
        <p:spPr>
          <a:xfrm>
            <a:off x="1" y="2997201"/>
            <a:ext cx="7488034" cy="3143250"/>
          </a:xfrm>
          <a:custGeom>
            <a:avLst/>
            <a:gdLst>
              <a:gd name="connsiteX0" fmla="*/ 0 w 9144000"/>
              <a:gd name="connsiteY0" fmla="*/ 0 h 1411054"/>
              <a:gd name="connsiteX1" fmla="*/ 9144000 w 9144000"/>
              <a:gd name="connsiteY1" fmla="*/ 0 h 1411054"/>
              <a:gd name="connsiteX2" fmla="*/ 9144000 w 9144000"/>
              <a:gd name="connsiteY2" fmla="*/ 1411054 h 1411054"/>
              <a:gd name="connsiteX3" fmla="*/ 0 w 9144000"/>
              <a:gd name="connsiteY3" fmla="*/ 1411054 h 1411054"/>
            </a:gdLst>
            <a:ahLst/>
            <a:cxnLst>
              <a:cxn ang="0">
                <a:pos x="connsiteX0" y="connsiteY0"/>
              </a:cxn>
              <a:cxn ang="0">
                <a:pos x="connsiteX1" y="connsiteY1"/>
              </a:cxn>
              <a:cxn ang="0">
                <a:pos x="connsiteX2" y="connsiteY2"/>
              </a:cxn>
              <a:cxn ang="0">
                <a:pos x="connsiteX3" y="connsiteY3"/>
              </a:cxn>
            </a:cxnLst>
            <a:rect l="l" t="t" r="r" b="b"/>
            <a:pathLst>
              <a:path w="9144000" h="1411054">
                <a:moveTo>
                  <a:pt x="0" y="0"/>
                </a:moveTo>
                <a:lnTo>
                  <a:pt x="9144000" y="0"/>
                </a:lnTo>
                <a:lnTo>
                  <a:pt x="9144000" y="1411054"/>
                </a:lnTo>
                <a:lnTo>
                  <a:pt x="0" y="1411054"/>
                </a:lnTo>
                <a:close/>
              </a:path>
            </a:pathLst>
          </a:custGeom>
          <a:gradFill>
            <a:gsLst>
              <a:gs pos="0">
                <a:srgbClr val="594B61"/>
              </a:gs>
              <a:gs pos="50000">
                <a:srgbClr val="56515C"/>
              </a:gs>
              <a:gs pos="100000">
                <a:srgbClr val="545857"/>
              </a:gs>
            </a:gsLst>
            <a:lin ang="0" scaled="1"/>
          </a:gradFill>
          <a:ln w="9283" cap="flat">
            <a:noFill/>
            <a:prstDash val="solid"/>
            <a:miter/>
          </a:ln>
        </p:spPr>
        <p:txBody>
          <a:bodyPr rtlCol="0" anchor="ctr"/>
          <a:lstStyle/>
          <a:p>
            <a:endParaRPr lang="en-US"/>
          </a:p>
        </p:txBody>
      </p:sp>
      <p:sp>
        <p:nvSpPr>
          <p:cNvPr id="17" name="Rectangle 16">
            <a:extLst>
              <a:ext uri="{FF2B5EF4-FFF2-40B4-BE49-F238E27FC236}">
                <a16:creationId xmlns:a16="http://schemas.microsoft.com/office/drawing/2014/main" id="{760C54F6-270A-3552-1EAA-2573389405A7}"/>
              </a:ext>
            </a:extLst>
          </p:cNvPr>
          <p:cNvSpPr>
            <a:spLocks noGrp="1" noRot="1" noMove="1" noResize="1" noEditPoints="1" noAdjustHandles="1" noChangeArrowheads="1" noChangeShapeType="1"/>
          </p:cNvSpPr>
          <p:nvPr userDrawn="1"/>
        </p:nvSpPr>
        <p:spPr>
          <a:xfrm>
            <a:off x="0" y="0"/>
            <a:ext cx="237067" cy="6858000"/>
          </a:xfrm>
          <a:prstGeom prst="rect">
            <a:avLst/>
          </a:prstGeom>
          <a:solidFill>
            <a:srgbClr val="FFB5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solidFill>
                <a:schemeClr val="tx1"/>
              </a:solidFill>
              <a:latin typeface="Cambria" panose="02040503050406030204" pitchFamily="18" charset="0"/>
              <a:cs typeface="Cambria Regular" charset="0"/>
            </a:endParaRPr>
          </a:p>
        </p:txBody>
      </p:sp>
      <p:pic>
        <p:nvPicPr>
          <p:cNvPr id="18" name="glow">
            <a:extLst>
              <a:ext uri="{FF2B5EF4-FFF2-40B4-BE49-F238E27FC236}">
                <a16:creationId xmlns:a16="http://schemas.microsoft.com/office/drawing/2014/main" id="{10B01BCF-09A4-9DF9-E6AA-ABBCB4047A17}"/>
              </a:ext>
            </a:extLst>
          </p:cNvPr>
          <p:cNvPicPr>
            <a:picLocks noGrp="1" noRot="1" noChangeAspect="1" noMove="1" noResize="1" noEditPoints="1" noAdjustHandles="1" noChangeArrowheads="1" noChangeShapeType="1" noCrop="1"/>
          </p:cNvPicPr>
          <p:nvPr userDrawn="1"/>
        </p:nvPicPr>
        <p:blipFill rotWithShape="1">
          <a:blip r:embed="rId2" cstate="email">
            <a:extLst>
              <a:ext uri="{28A0092B-C50C-407E-A947-70E740481C1C}">
                <a14:useLocalDpi xmlns:a14="http://schemas.microsoft.com/office/drawing/2010/main" val="0"/>
              </a:ext>
            </a:extLst>
          </a:blip>
          <a:srcRect l="7370" t="20697" b="16528"/>
          <a:stretch/>
        </p:blipFill>
        <p:spPr>
          <a:xfrm>
            <a:off x="0" y="680096"/>
            <a:ext cx="12192000" cy="6059782"/>
          </a:xfrm>
          <a:prstGeom prst="rect">
            <a:avLst/>
          </a:prstGeom>
        </p:spPr>
      </p:pic>
      <p:sp>
        <p:nvSpPr>
          <p:cNvPr id="19" name="Text Placeholder 2">
            <a:extLst>
              <a:ext uri="{FF2B5EF4-FFF2-40B4-BE49-F238E27FC236}">
                <a16:creationId xmlns:a16="http://schemas.microsoft.com/office/drawing/2014/main" id="{290DA7CE-7A79-EB61-15F8-4B144C7C6416}"/>
              </a:ext>
            </a:extLst>
          </p:cNvPr>
          <p:cNvSpPr>
            <a:spLocks noGrp="1"/>
          </p:cNvSpPr>
          <p:nvPr>
            <p:ph type="body" idx="1" hasCustomPrompt="1"/>
          </p:nvPr>
        </p:nvSpPr>
        <p:spPr>
          <a:xfrm>
            <a:off x="7747216" y="3243263"/>
            <a:ext cx="3348445" cy="2062480"/>
          </a:xfrm>
          <a:prstGeom prst="rect">
            <a:avLst/>
          </a:prstGeom>
        </p:spPr>
        <p:txBody>
          <a:bodyPr lIns="0" tIns="182880" anchor="b" anchorCtr="0">
            <a:normAutofit/>
          </a:bodyPr>
          <a:lstStyle>
            <a:lvl1pPr marL="0" indent="0" algn="l">
              <a:lnSpc>
                <a:spcPct val="100000"/>
              </a:lnSpc>
              <a:spcAft>
                <a:spcPts val="0"/>
              </a:spcAft>
              <a:buNone/>
              <a:defRPr sz="3600">
                <a:solidFill>
                  <a:schemeClr val="accent6"/>
                </a:solidFill>
                <a:latin typeface="Rockwell" panose="02060603020205020403" pitchFamily="18" charset="77"/>
                <a:ea typeface="Rockwell" panose="02060603020205020403" pitchFamily="18" charset="77"/>
                <a:cs typeface="Rockwell" panose="02060603020205020403" pitchFamily="18" charset="77"/>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dirty="0"/>
              <a:t>Click to </a:t>
            </a:r>
            <a:br>
              <a:rPr lang="en-US" dirty="0"/>
            </a:br>
            <a:r>
              <a:rPr lang="en-US" dirty="0"/>
              <a:t>edit text</a:t>
            </a:r>
          </a:p>
        </p:txBody>
      </p:sp>
      <p:sp>
        <p:nvSpPr>
          <p:cNvPr id="20" name="Text Placeholder 2">
            <a:extLst>
              <a:ext uri="{FF2B5EF4-FFF2-40B4-BE49-F238E27FC236}">
                <a16:creationId xmlns:a16="http://schemas.microsoft.com/office/drawing/2014/main" id="{BF1BD61A-99F3-E89D-514B-2F7B3A5095C3}"/>
              </a:ext>
            </a:extLst>
          </p:cNvPr>
          <p:cNvSpPr>
            <a:spLocks noGrp="1"/>
          </p:cNvSpPr>
          <p:nvPr>
            <p:ph type="body" idx="13" hasCustomPrompt="1"/>
          </p:nvPr>
        </p:nvSpPr>
        <p:spPr>
          <a:xfrm>
            <a:off x="7747217" y="5797856"/>
            <a:ext cx="3697071" cy="467360"/>
          </a:xfrm>
          <a:prstGeom prst="rect">
            <a:avLst/>
          </a:prstGeom>
        </p:spPr>
        <p:txBody>
          <a:bodyPr lIns="0" anchor="t" anchorCtr="0">
            <a:normAutofit/>
          </a:bodyPr>
          <a:lstStyle>
            <a:lvl1pPr marL="0" indent="0" algn="l">
              <a:lnSpc>
                <a:spcPts val="2533"/>
              </a:lnSpc>
              <a:spcAft>
                <a:spcPts val="0"/>
              </a:spcAft>
              <a:buNone/>
              <a:defRPr sz="1800" b="0" i="0">
                <a:solidFill>
                  <a:schemeClr val="tx1"/>
                </a:solidFill>
                <a:latin typeface="+mn-lt"/>
                <a:cs typeface="Cambria" panose="02040503050406030204" pitchFamily="18"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dirty="0"/>
              <a:t>Click to edit text</a:t>
            </a:r>
          </a:p>
        </p:txBody>
      </p:sp>
      <p:sp>
        <p:nvSpPr>
          <p:cNvPr id="21" name="Text Placeholder 7">
            <a:extLst>
              <a:ext uri="{FF2B5EF4-FFF2-40B4-BE49-F238E27FC236}">
                <a16:creationId xmlns:a16="http://schemas.microsoft.com/office/drawing/2014/main" id="{D97E288A-3093-A4B9-E54C-12646485CD2D}"/>
              </a:ext>
            </a:extLst>
          </p:cNvPr>
          <p:cNvSpPr>
            <a:spLocks noGrp="1"/>
          </p:cNvSpPr>
          <p:nvPr>
            <p:ph type="body" sz="quarter" idx="17" hasCustomPrompt="1"/>
          </p:nvPr>
        </p:nvSpPr>
        <p:spPr>
          <a:xfrm>
            <a:off x="496249" y="3243263"/>
            <a:ext cx="6501630" cy="2152475"/>
          </a:xfrm>
          <a:prstGeom prst="rect">
            <a:avLst/>
          </a:prstGeom>
        </p:spPr>
        <p:txBody>
          <a:bodyPr lIns="0" rIns="0" anchor="b" anchorCtr="0">
            <a:normAutofit/>
          </a:bodyPr>
          <a:lstStyle>
            <a:lvl1pPr marL="0" indent="0" algn="r">
              <a:buFontTx/>
              <a:buNone/>
              <a:defRPr sz="5400" b="0" i="0">
                <a:solidFill>
                  <a:schemeClr val="bg2"/>
                </a:solidFill>
                <a:latin typeface="+mj-lt"/>
                <a:ea typeface="Arial Black" panose="020B0A04020102020204" pitchFamily="34" charset="0"/>
                <a:cs typeface="Arial Black" panose="020B0A04020102020204" pitchFamily="34" charset="0"/>
              </a:defRPr>
            </a:lvl1pPr>
          </a:lstStyle>
          <a:p>
            <a:pPr lvl="0"/>
            <a:r>
              <a:rPr lang="en-US" dirty="0"/>
              <a:t>Click to edit text</a:t>
            </a:r>
          </a:p>
        </p:txBody>
      </p:sp>
      <p:pic>
        <p:nvPicPr>
          <p:cNvPr id="3" name="Picture 2">
            <a:extLst>
              <a:ext uri="{FF2B5EF4-FFF2-40B4-BE49-F238E27FC236}">
                <a16:creationId xmlns:a16="http://schemas.microsoft.com/office/drawing/2014/main" id="{E57FD47A-9B80-66BF-B1A6-37CFAC017673}"/>
              </a:ext>
            </a:extLst>
          </p:cNvPr>
          <p:cNvPicPr/>
          <p:nvPr/>
        </p:nvPicPr>
        <p:blipFill>
          <a:blip r:embed="rId3"/>
          <a:stretch>
            <a:fillRect/>
          </a:stretch>
        </p:blipFill>
        <p:spPr>
          <a:xfrm>
            <a:off x="10576560" y="358987"/>
            <a:ext cx="1219200" cy="308773"/>
          </a:xfrm>
          <a:prstGeom prst="rect">
            <a:avLst/>
          </a:prstGeom>
        </p:spPr>
      </p:pic>
    </p:spTree>
    <p:extLst>
      <p:ext uri="{BB962C8B-B14F-4D97-AF65-F5344CB8AC3E}">
        <p14:creationId xmlns:p14="http://schemas.microsoft.com/office/powerpoint/2010/main" val="3684483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Title or Content Highlight - Option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ED3DE71-E4BE-2883-6474-CA938C3CF85F}"/>
              </a:ext>
            </a:extLst>
          </p:cNvPr>
          <p:cNvSpPr/>
          <p:nvPr userDrawn="1"/>
        </p:nvSpPr>
        <p:spPr>
          <a:xfrm>
            <a:off x="0" y="1665171"/>
            <a:ext cx="10881359" cy="3136708"/>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raphic 7">
            <a:extLst>
              <a:ext uri="{FF2B5EF4-FFF2-40B4-BE49-F238E27FC236}">
                <a16:creationId xmlns:a16="http://schemas.microsoft.com/office/drawing/2014/main" id="{16A220FB-4937-1189-8781-878BD7A245B0}"/>
              </a:ext>
            </a:extLst>
          </p:cNvPr>
          <p:cNvSpPr/>
          <p:nvPr userDrawn="1"/>
        </p:nvSpPr>
        <p:spPr>
          <a:xfrm rot="10800000">
            <a:off x="1233119" y="4801877"/>
            <a:ext cx="8805816" cy="1051407"/>
          </a:xfrm>
          <a:custGeom>
            <a:avLst/>
            <a:gdLst>
              <a:gd name="connsiteX0" fmla="*/ 0 w 2975351"/>
              <a:gd name="connsiteY0" fmla="*/ 0 h 540374"/>
              <a:gd name="connsiteX1" fmla="*/ 2975351 w 2975351"/>
              <a:gd name="connsiteY1" fmla="*/ 0 h 540374"/>
              <a:gd name="connsiteX2" fmla="*/ 2975351 w 2975351"/>
              <a:gd name="connsiteY2" fmla="*/ 540374 h 540374"/>
              <a:gd name="connsiteX3" fmla="*/ 0 w 2975351"/>
              <a:gd name="connsiteY3" fmla="*/ 540374 h 540374"/>
            </a:gdLst>
            <a:ahLst/>
            <a:cxnLst>
              <a:cxn ang="0">
                <a:pos x="connsiteX0" y="connsiteY0"/>
              </a:cxn>
              <a:cxn ang="0">
                <a:pos x="connsiteX1" y="connsiteY1"/>
              </a:cxn>
              <a:cxn ang="0">
                <a:pos x="connsiteX2" y="connsiteY2"/>
              </a:cxn>
              <a:cxn ang="0">
                <a:pos x="connsiteX3" y="connsiteY3"/>
              </a:cxn>
            </a:cxnLst>
            <a:rect l="l" t="t" r="r" b="b"/>
            <a:pathLst>
              <a:path w="2975351" h="540374">
                <a:moveTo>
                  <a:pt x="0" y="0"/>
                </a:moveTo>
                <a:lnTo>
                  <a:pt x="2975351" y="0"/>
                </a:lnTo>
                <a:lnTo>
                  <a:pt x="2975351" y="540374"/>
                </a:lnTo>
                <a:lnTo>
                  <a:pt x="0" y="540374"/>
                </a:lnTo>
                <a:close/>
              </a:path>
            </a:pathLst>
          </a:custGeom>
          <a:gradFill>
            <a:gsLst>
              <a:gs pos="0">
                <a:srgbClr val="FFB500"/>
              </a:gs>
              <a:gs pos="33000">
                <a:srgbClr val="FCB200"/>
              </a:gs>
              <a:gs pos="53000">
                <a:srgbClr val="F4AB00"/>
              </a:gs>
              <a:gs pos="69000">
                <a:srgbClr val="E59E01"/>
              </a:gs>
              <a:gs pos="83000">
                <a:srgbClr val="D18C02"/>
              </a:gs>
              <a:gs pos="96000">
                <a:srgbClr val="B77403"/>
              </a:gs>
              <a:gs pos="100000">
                <a:srgbClr val="AF6D04"/>
              </a:gs>
            </a:gsLst>
            <a:lin ang="0" scaled="1"/>
          </a:gradFill>
          <a:ln w="2182" cap="flat">
            <a:noFill/>
            <a:prstDash val="solid"/>
            <a:miter/>
          </a:ln>
        </p:spPr>
        <p:txBody>
          <a:bodyPr rtlCol="0" anchor="ctr"/>
          <a:lstStyle/>
          <a:p>
            <a:endParaRPr lang="en-US" dirty="0"/>
          </a:p>
        </p:txBody>
      </p:sp>
      <p:sp>
        <p:nvSpPr>
          <p:cNvPr id="6" name="Text Placeholder 5"/>
          <p:cNvSpPr>
            <a:spLocks noGrp="1"/>
          </p:cNvSpPr>
          <p:nvPr>
            <p:ph type="body" sz="quarter" idx="11" hasCustomPrompt="1"/>
          </p:nvPr>
        </p:nvSpPr>
        <p:spPr>
          <a:xfrm>
            <a:off x="1618090" y="2193464"/>
            <a:ext cx="8047829" cy="2342437"/>
          </a:xfrm>
          <a:prstGeom prst="rect">
            <a:avLst/>
          </a:prstGeom>
        </p:spPr>
        <p:txBody>
          <a:bodyPr wrap="square" lIns="0" anchor="b" anchorCtr="0">
            <a:normAutofit/>
          </a:bodyPr>
          <a:lstStyle>
            <a:lvl1pPr marL="0" marR="0" indent="0" algn="l" defTabSz="1219170" rtl="0" eaLnBrk="1" fontAlgn="base" latinLnBrk="0" hangingPunct="1">
              <a:lnSpc>
                <a:spcPct val="100000"/>
              </a:lnSpc>
              <a:spcBef>
                <a:spcPct val="0"/>
              </a:spcBef>
              <a:spcAft>
                <a:spcPts val="0"/>
              </a:spcAft>
              <a:buClrTx/>
              <a:buSzTx/>
              <a:buFont typeface="Arial Black" panose="020B0604020202020204" pitchFamily="34" charset="0"/>
              <a:buNone/>
              <a:tabLst/>
              <a:defRPr sz="7200" b="0" i="0">
                <a:solidFill>
                  <a:schemeClr val="tx1"/>
                </a:solidFill>
                <a:latin typeface="Rockwell" panose="02060603020205020403" pitchFamily="18" charset="77"/>
                <a:ea typeface="Rockwell" panose="02060603020205020403" pitchFamily="18" charset="77"/>
                <a:cs typeface="Rockwell" panose="02060603020205020403" pitchFamily="18" charset="77"/>
              </a:defRPr>
            </a:lvl1pPr>
          </a:lstStyle>
          <a:p>
            <a:pPr lvl="0"/>
            <a:r>
              <a:rPr lang="en-US" dirty="0"/>
              <a:t>Click to edit text</a:t>
            </a:r>
          </a:p>
        </p:txBody>
      </p:sp>
      <p:sp>
        <p:nvSpPr>
          <p:cNvPr id="7" name="Rectangle 6">
            <a:extLst>
              <a:ext uri="{FF2B5EF4-FFF2-40B4-BE49-F238E27FC236}">
                <a16:creationId xmlns:a16="http://schemas.microsoft.com/office/drawing/2014/main" id="{FB0557C8-017F-0651-5808-3EDC0C20E9A2}"/>
              </a:ext>
            </a:extLst>
          </p:cNvPr>
          <p:cNvSpPr>
            <a:spLocks noGrp="1" noRot="1" noMove="1" noResize="1" noEditPoints="1" noAdjustHandles="1" noChangeArrowheads="1" noChangeShapeType="1"/>
          </p:cNvSpPr>
          <p:nvPr/>
        </p:nvSpPr>
        <p:spPr>
          <a:xfrm>
            <a:off x="-3" y="4535902"/>
            <a:ext cx="10881368" cy="265977"/>
          </a:xfrm>
          <a:prstGeom prst="rect">
            <a:avLst/>
          </a:prstGeom>
          <a:solidFill>
            <a:srgbClr val="1C568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0" i="0" dirty="0">
              <a:solidFill>
                <a:schemeClr val="bg1"/>
              </a:solidFill>
              <a:latin typeface="Cambria" panose="02040503050406030204" pitchFamily="18" charset="0"/>
              <a:cs typeface="Cambria Regular" charset="0"/>
            </a:endParaRPr>
          </a:p>
        </p:txBody>
      </p:sp>
      <p:pic>
        <p:nvPicPr>
          <p:cNvPr id="14" name="Picture 13">
            <a:extLst>
              <a:ext uri="{FF2B5EF4-FFF2-40B4-BE49-F238E27FC236}">
                <a16:creationId xmlns:a16="http://schemas.microsoft.com/office/drawing/2014/main" id="{688D000F-EE9B-3847-2F46-E8DE81F66E39}"/>
              </a:ext>
            </a:extLst>
          </p:cNvPr>
          <p:cNvPicPr>
            <a:picLocks noChangeAspect="1"/>
          </p:cNvPicPr>
          <p:nvPr userDrawn="1"/>
        </p:nvPicPr>
        <p:blipFill>
          <a:blip r:embed="rId2"/>
          <a:stretch>
            <a:fillRect/>
          </a:stretch>
        </p:blipFill>
        <p:spPr>
          <a:xfrm>
            <a:off x="10576560" y="358987"/>
            <a:ext cx="1219200" cy="308773"/>
          </a:xfrm>
          <a:prstGeom prst="rect">
            <a:avLst/>
          </a:prstGeom>
        </p:spPr>
      </p:pic>
      <p:sp>
        <p:nvSpPr>
          <p:cNvPr id="15" name="Text Placeholder 4">
            <a:extLst>
              <a:ext uri="{FF2B5EF4-FFF2-40B4-BE49-F238E27FC236}">
                <a16:creationId xmlns:a16="http://schemas.microsoft.com/office/drawing/2014/main" id="{DEE9FA3A-DA08-0E9A-FBA4-31ACEDB3D6EF}"/>
              </a:ext>
            </a:extLst>
          </p:cNvPr>
          <p:cNvSpPr>
            <a:spLocks noGrp="1"/>
          </p:cNvSpPr>
          <p:nvPr>
            <p:ph type="body" sz="quarter" idx="13" hasCustomPrompt="1"/>
          </p:nvPr>
        </p:nvSpPr>
        <p:spPr>
          <a:xfrm>
            <a:off x="1622123" y="4924845"/>
            <a:ext cx="6453632" cy="805474"/>
          </a:xfrm>
          <a:prstGeom prst="rect">
            <a:avLst/>
          </a:prstGeom>
        </p:spPr>
        <p:txBody>
          <a:bodyPr lIns="0" tIns="0" rIns="0" bIns="0" anchor="ctr" anchorCtr="0">
            <a:normAutofit/>
          </a:bodyPr>
          <a:lstStyle>
            <a:lvl1pPr marL="0" indent="0" algn="l">
              <a:lnSpc>
                <a:spcPct val="110000"/>
              </a:lnSpc>
              <a:spcAft>
                <a:spcPts val="0"/>
              </a:spcAft>
              <a:buNone/>
              <a:defRPr sz="2800" b="0" i="0">
                <a:solidFill>
                  <a:schemeClr val="bg1"/>
                </a:solidFill>
                <a:latin typeface="+mj-lt"/>
                <a:cs typeface="Rockwell" panose="02060603020205020403" pitchFamily="18" charset="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text</a:t>
            </a:r>
          </a:p>
        </p:txBody>
      </p:sp>
    </p:spTree>
    <p:extLst>
      <p:ext uri="{BB962C8B-B14F-4D97-AF65-F5344CB8AC3E}">
        <p14:creationId xmlns:p14="http://schemas.microsoft.com/office/powerpoint/2010/main" val="3051904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Title or Content Highlight - Option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E3C638-0B25-48CB-F4A2-005C958A910E}"/>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l="3250"/>
          <a:stretch>
            <a:fillRect/>
          </a:stretch>
        </p:blipFill>
        <p:spPr>
          <a:xfrm>
            <a:off x="0" y="13578"/>
            <a:ext cx="11795760" cy="6858000"/>
          </a:xfrm>
          <a:prstGeom prst="rect">
            <a:avLst/>
          </a:prstGeom>
        </p:spPr>
      </p:pic>
      <p:sp>
        <p:nvSpPr>
          <p:cNvPr id="15" name="Text Placeholder 7"/>
          <p:cNvSpPr>
            <a:spLocks noGrp="1"/>
          </p:cNvSpPr>
          <p:nvPr>
            <p:ph type="body" sz="quarter" idx="14" hasCustomPrompt="1"/>
          </p:nvPr>
        </p:nvSpPr>
        <p:spPr>
          <a:xfrm>
            <a:off x="1431973" y="2632792"/>
            <a:ext cx="4185600" cy="3048000"/>
          </a:xfrm>
          <a:prstGeom prst="rect">
            <a:avLst/>
          </a:prstGeom>
        </p:spPr>
        <p:txBody>
          <a:bodyPr rIns="0" anchor="b" anchorCtr="0">
            <a:normAutofit/>
          </a:bodyPr>
          <a:lstStyle>
            <a:lvl1pPr algn="r">
              <a:buFontTx/>
              <a:buNone/>
              <a:defRPr sz="5600" b="0" i="0">
                <a:solidFill>
                  <a:schemeClr val="bg1"/>
                </a:solidFill>
                <a:latin typeface="Rockwell" panose="02060603020205020403" pitchFamily="18" charset="77"/>
                <a:ea typeface="Rockwell" panose="02060603020205020403" pitchFamily="18" charset="77"/>
                <a:cs typeface="Rockwell" panose="02060603020205020403" pitchFamily="18" charset="77"/>
              </a:defRPr>
            </a:lvl1pPr>
            <a:lvl2pPr marL="304792" indent="0" algn="r">
              <a:buFontTx/>
              <a:buNone/>
              <a:defRPr/>
            </a:lvl2pPr>
            <a:lvl3pPr marL="609585" indent="0" algn="r">
              <a:buFontTx/>
              <a:buNone/>
              <a:defRPr/>
            </a:lvl3pPr>
            <a:lvl4pPr marL="914377" indent="0" algn="r">
              <a:buFontTx/>
              <a:buNone/>
              <a:defRPr/>
            </a:lvl4pPr>
            <a:lvl5pPr marL="1219170" indent="0" algn="r">
              <a:buFontTx/>
              <a:buNone/>
              <a:defRPr/>
            </a:lvl5pPr>
          </a:lstStyle>
          <a:p>
            <a:pPr lvl="0"/>
            <a:r>
              <a:rPr lang="en-US" dirty="0"/>
              <a:t>Click to </a:t>
            </a:r>
            <a:br>
              <a:rPr lang="en-US" dirty="0"/>
            </a:br>
            <a:r>
              <a:rPr lang="en-US" dirty="0"/>
              <a:t>edit text</a:t>
            </a:r>
          </a:p>
        </p:txBody>
      </p:sp>
      <p:pic>
        <p:nvPicPr>
          <p:cNvPr id="14" name="Picture 13"/>
          <p:cNvPicPr>
            <a:picLocks noChangeAspect="1"/>
          </p:cNvPicPr>
          <p:nvPr userDrawn="1"/>
        </p:nvPicPr>
        <p:blipFill>
          <a:blip r:embed="rId3"/>
          <a:stretch>
            <a:fillRect/>
          </a:stretch>
        </p:blipFill>
        <p:spPr>
          <a:xfrm>
            <a:off x="10576560" y="358987"/>
            <a:ext cx="1219200" cy="308773"/>
          </a:xfrm>
          <a:prstGeom prst="rect">
            <a:avLst/>
          </a:prstGeom>
        </p:spPr>
      </p:pic>
      <p:sp>
        <p:nvSpPr>
          <p:cNvPr id="5" name="Text Placeholder 2">
            <a:extLst>
              <a:ext uri="{FF2B5EF4-FFF2-40B4-BE49-F238E27FC236}">
                <a16:creationId xmlns:a16="http://schemas.microsoft.com/office/drawing/2014/main" id="{4043E217-223D-BDD1-425D-485D94F7CA51}"/>
              </a:ext>
            </a:extLst>
          </p:cNvPr>
          <p:cNvSpPr>
            <a:spLocks noGrp="1"/>
          </p:cNvSpPr>
          <p:nvPr>
            <p:ph type="body" idx="1" hasCustomPrompt="1"/>
          </p:nvPr>
        </p:nvSpPr>
        <p:spPr>
          <a:xfrm>
            <a:off x="6199204" y="3535016"/>
            <a:ext cx="4185600" cy="2062480"/>
          </a:xfrm>
          <a:prstGeom prst="rect">
            <a:avLst/>
          </a:prstGeom>
        </p:spPr>
        <p:txBody>
          <a:bodyPr lIns="0" tIns="182880" anchor="b" anchorCtr="0">
            <a:normAutofit/>
          </a:bodyPr>
          <a:lstStyle>
            <a:lvl1pPr marL="0" indent="0" algn="l">
              <a:lnSpc>
                <a:spcPct val="100000"/>
              </a:lnSpc>
              <a:spcAft>
                <a:spcPts val="0"/>
              </a:spcAft>
              <a:buNone/>
              <a:defRPr sz="2800" b="0" i="0">
                <a:solidFill>
                  <a:schemeClr val="tx1"/>
                </a:solidFill>
                <a:latin typeface="+mj-lt"/>
                <a:ea typeface="Arial Black" panose="020B0604020202020204" pitchFamily="34" charset="0"/>
                <a:cs typeface="Arial Black" panose="020B060402020202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dirty="0"/>
              <a:t>Click to edit text</a:t>
            </a:r>
          </a:p>
        </p:txBody>
      </p:sp>
      <p:sp>
        <p:nvSpPr>
          <p:cNvPr id="6" name="Text Placeholder 2">
            <a:extLst>
              <a:ext uri="{FF2B5EF4-FFF2-40B4-BE49-F238E27FC236}">
                <a16:creationId xmlns:a16="http://schemas.microsoft.com/office/drawing/2014/main" id="{64A1F850-F12C-4099-8658-9A1DAF14E83B}"/>
              </a:ext>
            </a:extLst>
          </p:cNvPr>
          <p:cNvSpPr>
            <a:spLocks noGrp="1"/>
          </p:cNvSpPr>
          <p:nvPr>
            <p:ph type="body" idx="13" hasCustomPrompt="1"/>
          </p:nvPr>
        </p:nvSpPr>
        <p:spPr>
          <a:xfrm>
            <a:off x="6199204" y="5954312"/>
            <a:ext cx="4185600" cy="467360"/>
          </a:xfrm>
          <a:prstGeom prst="rect">
            <a:avLst/>
          </a:prstGeom>
        </p:spPr>
        <p:txBody>
          <a:bodyPr lIns="0" anchor="t" anchorCtr="0">
            <a:normAutofit/>
          </a:bodyPr>
          <a:lstStyle>
            <a:lvl1pPr marL="0" indent="0" algn="l">
              <a:lnSpc>
                <a:spcPts val="2533"/>
              </a:lnSpc>
              <a:spcAft>
                <a:spcPts val="0"/>
              </a:spcAft>
              <a:buNone/>
              <a:defRPr sz="1800" b="0" i="0">
                <a:solidFill>
                  <a:schemeClr val="tx1"/>
                </a:solidFill>
                <a:latin typeface="+mn-lt"/>
                <a:cs typeface="Cambria" panose="02040503050406030204" pitchFamily="18"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dirty="0"/>
              <a:t>Click to edit text</a:t>
            </a:r>
          </a:p>
        </p:txBody>
      </p:sp>
    </p:spTree>
    <p:extLst>
      <p:ext uri="{BB962C8B-B14F-4D97-AF65-F5344CB8AC3E}">
        <p14:creationId xmlns:p14="http://schemas.microsoft.com/office/powerpoint/2010/main" val="861153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Section Title or Content Highlight - Option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F93DAA-8BA1-C8C8-5227-A878D9BB73F9}"/>
              </a:ext>
            </a:extLst>
          </p:cNvPr>
          <p:cNvPicPr>
            <a:picLocks noChangeAspect="1"/>
          </p:cNvPicPr>
          <p:nvPr userDrawn="1"/>
        </p:nvPicPr>
        <p:blipFill>
          <a:blip r:embed="rId2"/>
          <a:stretch>
            <a:fillRect/>
          </a:stretch>
        </p:blipFill>
        <p:spPr>
          <a:xfrm>
            <a:off x="10576560" y="358987"/>
            <a:ext cx="1219200" cy="308773"/>
          </a:xfrm>
          <a:prstGeom prst="rect">
            <a:avLst/>
          </a:prstGeom>
        </p:spPr>
      </p:pic>
      <p:sp>
        <p:nvSpPr>
          <p:cNvPr id="6" name="Text Placeholder 5"/>
          <p:cNvSpPr>
            <a:spLocks noGrp="1"/>
          </p:cNvSpPr>
          <p:nvPr>
            <p:ph type="body" sz="quarter" idx="11" hasCustomPrompt="1"/>
          </p:nvPr>
        </p:nvSpPr>
        <p:spPr>
          <a:xfrm>
            <a:off x="548640" y="842128"/>
            <a:ext cx="8229600" cy="2114075"/>
          </a:xfrm>
          <a:prstGeom prst="rect">
            <a:avLst/>
          </a:prstGeom>
        </p:spPr>
        <p:txBody>
          <a:bodyPr wrap="square" lIns="0" anchor="b" anchorCtr="0">
            <a:normAutofit/>
          </a:bodyPr>
          <a:lstStyle>
            <a:lvl1pPr algn="l">
              <a:spcAft>
                <a:spcPts val="0"/>
              </a:spcAft>
              <a:defRPr sz="7200" b="0" i="0">
                <a:solidFill>
                  <a:schemeClr val="tx1"/>
                </a:solidFill>
                <a:latin typeface="Rockwell" panose="02060603020205020403" pitchFamily="18" charset="77"/>
                <a:ea typeface="Rockwell" panose="02060603020205020403" pitchFamily="18" charset="77"/>
                <a:cs typeface="Rockwell" panose="02060603020205020403" pitchFamily="18" charset="77"/>
              </a:defRPr>
            </a:lvl1pPr>
          </a:lstStyle>
          <a:p>
            <a:pPr lvl="0"/>
            <a:r>
              <a:rPr lang="en-US" dirty="0"/>
              <a:t>Click to edit text</a:t>
            </a:r>
          </a:p>
        </p:txBody>
      </p:sp>
      <p:sp>
        <p:nvSpPr>
          <p:cNvPr id="5" name="Text Placeholder 4"/>
          <p:cNvSpPr>
            <a:spLocks noGrp="1"/>
          </p:cNvSpPr>
          <p:nvPr>
            <p:ph type="body" sz="quarter" idx="12" hasCustomPrompt="1"/>
          </p:nvPr>
        </p:nvSpPr>
        <p:spPr>
          <a:xfrm>
            <a:off x="548640" y="3246122"/>
            <a:ext cx="8229600" cy="1752599"/>
          </a:xfrm>
          <a:prstGeom prst="rect">
            <a:avLst/>
          </a:prstGeom>
        </p:spPr>
        <p:txBody>
          <a:bodyPr wrap="square" lIns="0">
            <a:normAutofit/>
          </a:bodyPr>
          <a:lstStyle>
            <a:lvl1pPr algn="l">
              <a:defRPr sz="3600" b="0" i="0">
                <a:solidFill>
                  <a:schemeClr val="bg2"/>
                </a:solidFill>
                <a:latin typeface="+mj-lt"/>
                <a:ea typeface="Arial Black" panose="020B0604020202020204" pitchFamily="34" charset="0"/>
                <a:cs typeface="Arial Black" panose="020B0604020202020204" pitchFamily="34" charset="0"/>
              </a:defRPr>
            </a:lvl1pPr>
          </a:lstStyle>
          <a:p>
            <a:pPr lvl="0"/>
            <a:r>
              <a:rPr lang="en-US" dirty="0"/>
              <a:t>Click to edit text</a:t>
            </a:r>
          </a:p>
        </p:txBody>
      </p:sp>
    </p:spTree>
    <p:extLst>
      <p:ext uri="{BB962C8B-B14F-4D97-AF65-F5344CB8AC3E}">
        <p14:creationId xmlns:p14="http://schemas.microsoft.com/office/powerpoint/2010/main" val="1043314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5E9D4B4-3543-D1DD-BF64-696773F5AAA1}"/>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2" name="Content Placeholder 2">
            <a:extLst>
              <a:ext uri="{FF2B5EF4-FFF2-40B4-BE49-F238E27FC236}">
                <a16:creationId xmlns:a16="http://schemas.microsoft.com/office/drawing/2014/main" id="{950EA39F-6495-854E-512B-055BDB021B49}"/>
              </a:ext>
            </a:extLst>
          </p:cNvPr>
          <p:cNvSpPr>
            <a:spLocks noGrp="1"/>
          </p:cNvSpPr>
          <p:nvPr>
            <p:ph sz="half" idx="1" hasCustomPrompt="1"/>
          </p:nvPr>
        </p:nvSpPr>
        <p:spPr>
          <a:xfrm>
            <a:off x="548218" y="1819063"/>
            <a:ext cx="11122756" cy="4427221"/>
          </a:xfrm>
          <a:prstGeom prst="rect">
            <a:avLst/>
          </a:prstGeom>
        </p:spPr>
        <p:txBody>
          <a:bodyPr lIns="0" rIns="0"/>
          <a:lstStyle>
            <a:lvl1pPr marL="228600" indent="-228600">
              <a:lnSpc>
                <a:spcPct val="110000"/>
              </a:lnSpc>
              <a:spcAft>
                <a:spcPts val="800"/>
              </a:spcAft>
              <a:buFont typeface="Arial Black" panose="020B0604020202020204" pitchFamily="34" charset="0"/>
              <a:buChar char="•"/>
              <a:defRPr sz="2600" b="0" i="0" baseline="0">
                <a:latin typeface="+mn-lt"/>
              </a:defRPr>
            </a:lvl1pPr>
            <a:lvl2pPr marL="840296" indent="-230712">
              <a:lnSpc>
                <a:spcPct val="110000"/>
              </a:lnSpc>
              <a:spcAft>
                <a:spcPts val="800"/>
              </a:spcAft>
              <a:buFont typeface="Cambria" panose="02070309020205020404" pitchFamily="49" charset="0"/>
              <a:buChar char="o"/>
              <a:tabLst/>
              <a:defRPr sz="2200" b="0" i="0" baseline="0">
                <a:latin typeface="+mn-lt"/>
              </a:defRPr>
            </a:lvl2pPr>
            <a:lvl3pPr marL="1454114" indent="-234945">
              <a:lnSpc>
                <a:spcPct val="110000"/>
              </a:lnSpc>
              <a:spcAft>
                <a:spcPts val="800"/>
              </a:spcAft>
              <a:buFont typeface="Arial Black" panose="020B0604020202020204" pitchFamily="34" charset="0"/>
              <a:buChar char="•"/>
              <a:tabLst/>
              <a:defRPr sz="2200" b="0" i="0" baseline="0">
                <a:latin typeface="+mn-lt"/>
              </a:defRPr>
            </a:lvl3pPr>
            <a:lvl4pPr marL="2065815" indent="-237061">
              <a:lnSpc>
                <a:spcPct val="110000"/>
              </a:lnSpc>
              <a:spcAft>
                <a:spcPts val="800"/>
              </a:spcAft>
              <a:buFont typeface="Cambria" panose="02070309020205020404" pitchFamily="49" charset="0"/>
              <a:buChar char="o"/>
              <a:tabLst/>
              <a:defRPr sz="2200" b="0" i="0" baseline="0">
                <a:latin typeface="+mn-lt"/>
              </a:defRPr>
            </a:lvl4pPr>
            <a:lvl5pPr marL="2669051" indent="-230712">
              <a:lnSpc>
                <a:spcPct val="110000"/>
              </a:lnSpc>
              <a:spcAft>
                <a:spcPts val="800"/>
              </a:spcAft>
              <a:buFont typeface="Arial Black" panose="020B0604020202020204" pitchFamily="34" charset="0"/>
              <a:buChar char="•"/>
              <a:tabLst/>
              <a:defRPr sz="22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76440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ulleted list_dim fram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9ED3E9-74CE-608A-91DB-24D20312AE1E}"/>
              </a:ext>
            </a:extLst>
          </p:cNvPr>
          <p:cNvSpPr>
            <a:spLocks noGrp="1" noRot="1" noMove="1" noResize="1" noEditPoints="1" noAdjustHandles="1" noChangeArrowheads="1" noChangeShapeType="1"/>
          </p:cNvSpPr>
          <p:nvPr/>
        </p:nvSpPr>
        <p:spPr>
          <a:xfrm>
            <a:off x="365761" y="1647716"/>
            <a:ext cx="11563513" cy="4720755"/>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7E76D0F7-6BBA-8FFB-5F2D-380082E8CB94}"/>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3" name="Content Placeholder 2">
            <a:extLst>
              <a:ext uri="{FF2B5EF4-FFF2-40B4-BE49-F238E27FC236}">
                <a16:creationId xmlns:a16="http://schemas.microsoft.com/office/drawing/2014/main" id="{703BCA10-1DFB-D4D6-D668-787D89CCEBB8}"/>
              </a:ext>
            </a:extLst>
          </p:cNvPr>
          <p:cNvSpPr>
            <a:spLocks noGrp="1"/>
          </p:cNvSpPr>
          <p:nvPr>
            <p:ph sz="half" idx="1" hasCustomPrompt="1"/>
          </p:nvPr>
        </p:nvSpPr>
        <p:spPr>
          <a:xfrm>
            <a:off x="548218" y="1819063"/>
            <a:ext cx="11122756" cy="4427221"/>
          </a:xfrm>
          <a:prstGeom prst="rect">
            <a:avLst/>
          </a:prstGeom>
        </p:spPr>
        <p:txBody>
          <a:bodyPr lIns="0" rIns="0"/>
          <a:lstStyle>
            <a:lvl1pPr marL="228600" indent="-228600">
              <a:lnSpc>
                <a:spcPct val="110000"/>
              </a:lnSpc>
              <a:spcAft>
                <a:spcPts val="800"/>
              </a:spcAft>
              <a:buFont typeface="Arial Black" panose="020B0604020202020204" pitchFamily="34" charset="0"/>
              <a:buChar char="•"/>
              <a:defRPr sz="2600" b="0" i="0" baseline="0">
                <a:latin typeface="+mn-lt"/>
              </a:defRPr>
            </a:lvl1pPr>
            <a:lvl2pPr marL="840296" indent="-230712">
              <a:lnSpc>
                <a:spcPct val="110000"/>
              </a:lnSpc>
              <a:spcAft>
                <a:spcPts val="800"/>
              </a:spcAft>
              <a:buFont typeface="Cambria" panose="02070309020205020404" pitchFamily="49" charset="0"/>
              <a:buChar char="o"/>
              <a:tabLst/>
              <a:defRPr sz="2200" b="0" i="0" baseline="0">
                <a:latin typeface="+mn-lt"/>
              </a:defRPr>
            </a:lvl2pPr>
            <a:lvl3pPr marL="1454114" indent="-234945">
              <a:lnSpc>
                <a:spcPct val="110000"/>
              </a:lnSpc>
              <a:spcAft>
                <a:spcPts val="800"/>
              </a:spcAft>
              <a:buFont typeface="Arial Black" panose="020B0604020202020204" pitchFamily="34" charset="0"/>
              <a:buChar char="•"/>
              <a:tabLst/>
              <a:defRPr sz="2200" b="0" i="0" baseline="0">
                <a:latin typeface="+mn-lt"/>
              </a:defRPr>
            </a:lvl3pPr>
            <a:lvl4pPr marL="2065815" indent="-237061">
              <a:lnSpc>
                <a:spcPct val="110000"/>
              </a:lnSpc>
              <a:spcAft>
                <a:spcPts val="800"/>
              </a:spcAft>
              <a:buFont typeface="Cambria" panose="02070309020205020404" pitchFamily="49" charset="0"/>
              <a:buChar char="o"/>
              <a:tabLst/>
              <a:defRPr sz="2200" b="0" i="0" baseline="0">
                <a:latin typeface="+mn-lt"/>
              </a:defRPr>
            </a:lvl4pPr>
            <a:lvl5pPr marL="2669051" indent="-230712">
              <a:lnSpc>
                <a:spcPct val="110000"/>
              </a:lnSpc>
              <a:spcAft>
                <a:spcPts val="800"/>
              </a:spcAft>
              <a:buFont typeface="Arial Black" panose="020B0604020202020204" pitchFamily="34" charset="0"/>
              <a:buChar char="•"/>
              <a:tabLst/>
              <a:defRPr sz="22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0233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old hash title">
    <p:spTree>
      <p:nvGrpSpPr>
        <p:cNvPr id="1" name=""/>
        <p:cNvGrpSpPr/>
        <p:nvPr/>
      </p:nvGrpSpPr>
      <p:grpSpPr>
        <a:xfrm>
          <a:off x="0" y="0"/>
          <a:ext cx="0" cy="0"/>
          <a:chOff x="0" y="0"/>
          <a:chExt cx="0" cy="0"/>
        </a:xfrm>
      </p:grpSpPr>
      <p:sp>
        <p:nvSpPr>
          <p:cNvPr id="3" name="Graphic 7">
            <a:extLst>
              <a:ext uri="{FF2B5EF4-FFF2-40B4-BE49-F238E27FC236}">
                <a16:creationId xmlns:a16="http://schemas.microsoft.com/office/drawing/2014/main" id="{5FAED172-FDF1-969E-7771-6EFAB20F7DB5}"/>
              </a:ext>
            </a:extLst>
          </p:cNvPr>
          <p:cNvSpPr>
            <a:spLocks noGrp="1" noRot="1" noMove="1" noResize="1" noEditPoints="1" noAdjustHandles="1" noChangeArrowheads="1" noChangeShapeType="1"/>
          </p:cNvSpPr>
          <p:nvPr/>
        </p:nvSpPr>
        <p:spPr>
          <a:xfrm rot="16200000">
            <a:off x="-97806" y="587334"/>
            <a:ext cx="591852" cy="396241"/>
          </a:xfrm>
          <a:custGeom>
            <a:avLst/>
            <a:gdLst>
              <a:gd name="connsiteX0" fmla="*/ 0 w 2975351"/>
              <a:gd name="connsiteY0" fmla="*/ 0 h 540374"/>
              <a:gd name="connsiteX1" fmla="*/ 2975351 w 2975351"/>
              <a:gd name="connsiteY1" fmla="*/ 0 h 540374"/>
              <a:gd name="connsiteX2" fmla="*/ 2975351 w 2975351"/>
              <a:gd name="connsiteY2" fmla="*/ 540374 h 540374"/>
              <a:gd name="connsiteX3" fmla="*/ 0 w 2975351"/>
              <a:gd name="connsiteY3" fmla="*/ 540374 h 540374"/>
            </a:gdLst>
            <a:ahLst/>
            <a:cxnLst>
              <a:cxn ang="0">
                <a:pos x="connsiteX0" y="connsiteY0"/>
              </a:cxn>
              <a:cxn ang="0">
                <a:pos x="connsiteX1" y="connsiteY1"/>
              </a:cxn>
              <a:cxn ang="0">
                <a:pos x="connsiteX2" y="connsiteY2"/>
              </a:cxn>
              <a:cxn ang="0">
                <a:pos x="connsiteX3" y="connsiteY3"/>
              </a:cxn>
            </a:cxnLst>
            <a:rect l="l" t="t" r="r" b="b"/>
            <a:pathLst>
              <a:path w="2975351" h="540374">
                <a:moveTo>
                  <a:pt x="0" y="0"/>
                </a:moveTo>
                <a:lnTo>
                  <a:pt x="2975351" y="0"/>
                </a:lnTo>
                <a:lnTo>
                  <a:pt x="2975351" y="540374"/>
                </a:lnTo>
                <a:lnTo>
                  <a:pt x="0" y="540374"/>
                </a:lnTo>
                <a:close/>
              </a:path>
            </a:pathLst>
          </a:custGeom>
          <a:gradFill>
            <a:gsLst>
              <a:gs pos="0">
                <a:srgbClr val="FFB500"/>
              </a:gs>
              <a:gs pos="33000">
                <a:srgbClr val="FCB200"/>
              </a:gs>
              <a:gs pos="53000">
                <a:srgbClr val="F4AB00"/>
              </a:gs>
              <a:gs pos="69000">
                <a:srgbClr val="E59E01"/>
              </a:gs>
              <a:gs pos="83000">
                <a:srgbClr val="D18C02"/>
              </a:gs>
              <a:gs pos="96000">
                <a:srgbClr val="B77403"/>
              </a:gs>
              <a:gs pos="100000">
                <a:srgbClr val="AF6D04"/>
              </a:gs>
            </a:gsLst>
            <a:lin ang="0" scaled="1"/>
          </a:gradFill>
          <a:ln w="2182" cap="flat">
            <a:noFill/>
            <a:prstDash val="solid"/>
            <a:miter/>
          </a:ln>
        </p:spPr>
        <p:txBody>
          <a:bodyPr rtlCol="0" anchor="ctr"/>
          <a:lstStyle/>
          <a:p>
            <a:endParaRPr lang="en-US" dirty="0"/>
          </a:p>
        </p:txBody>
      </p:sp>
      <p:sp>
        <p:nvSpPr>
          <p:cNvPr id="12" name="Title 1">
            <a:extLst>
              <a:ext uri="{FF2B5EF4-FFF2-40B4-BE49-F238E27FC236}">
                <a16:creationId xmlns:a16="http://schemas.microsoft.com/office/drawing/2014/main" id="{5342F687-6C1A-5FC6-E38B-9237AF9EEE59}"/>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6" name="Content Placeholder 2">
            <a:extLst>
              <a:ext uri="{FF2B5EF4-FFF2-40B4-BE49-F238E27FC236}">
                <a16:creationId xmlns:a16="http://schemas.microsoft.com/office/drawing/2014/main" id="{5CA5146A-6AD7-912B-A257-577B825F0705}"/>
              </a:ext>
            </a:extLst>
          </p:cNvPr>
          <p:cNvSpPr>
            <a:spLocks noGrp="1"/>
          </p:cNvSpPr>
          <p:nvPr>
            <p:ph sz="half" idx="1" hasCustomPrompt="1"/>
          </p:nvPr>
        </p:nvSpPr>
        <p:spPr>
          <a:xfrm>
            <a:off x="548218" y="1819063"/>
            <a:ext cx="11122756" cy="4427221"/>
          </a:xfrm>
          <a:prstGeom prst="rect">
            <a:avLst/>
          </a:prstGeom>
        </p:spPr>
        <p:txBody>
          <a:bodyPr lIns="0" rIns="0"/>
          <a:lstStyle>
            <a:lvl1pPr marL="228600" indent="-228600">
              <a:lnSpc>
                <a:spcPct val="110000"/>
              </a:lnSpc>
              <a:spcAft>
                <a:spcPts val="800"/>
              </a:spcAft>
              <a:buFont typeface="Arial Black" panose="020B0604020202020204" pitchFamily="34" charset="0"/>
              <a:buChar char="•"/>
              <a:defRPr sz="2600" b="0" i="0" baseline="0">
                <a:latin typeface="+mn-lt"/>
              </a:defRPr>
            </a:lvl1pPr>
            <a:lvl2pPr marL="840296" indent="-230712">
              <a:lnSpc>
                <a:spcPct val="110000"/>
              </a:lnSpc>
              <a:spcAft>
                <a:spcPts val="800"/>
              </a:spcAft>
              <a:buFont typeface="Cambria" panose="02070309020205020404" pitchFamily="49" charset="0"/>
              <a:buChar char="o"/>
              <a:tabLst/>
              <a:defRPr sz="2200" b="0" i="0" baseline="0">
                <a:latin typeface="+mn-lt"/>
              </a:defRPr>
            </a:lvl2pPr>
            <a:lvl3pPr marL="1454114" indent="-234945">
              <a:lnSpc>
                <a:spcPct val="110000"/>
              </a:lnSpc>
              <a:spcAft>
                <a:spcPts val="800"/>
              </a:spcAft>
              <a:buFont typeface="Arial Black" panose="020B0604020202020204" pitchFamily="34" charset="0"/>
              <a:buChar char="•"/>
              <a:tabLst/>
              <a:defRPr sz="2200" b="0" i="0" baseline="0">
                <a:latin typeface="+mn-lt"/>
              </a:defRPr>
            </a:lvl3pPr>
            <a:lvl4pPr marL="2065815" indent="-237061">
              <a:lnSpc>
                <a:spcPct val="110000"/>
              </a:lnSpc>
              <a:spcAft>
                <a:spcPts val="800"/>
              </a:spcAft>
              <a:buFont typeface="Cambria" panose="02070309020205020404" pitchFamily="49" charset="0"/>
              <a:buChar char="o"/>
              <a:tabLst/>
              <a:defRPr sz="2200" b="0" i="0" baseline="0">
                <a:latin typeface="+mn-lt"/>
              </a:defRPr>
            </a:lvl4pPr>
            <a:lvl5pPr marL="2669051" indent="-230712">
              <a:lnSpc>
                <a:spcPct val="110000"/>
              </a:lnSpc>
              <a:spcAft>
                <a:spcPts val="800"/>
              </a:spcAft>
              <a:buFont typeface="Arial Black" panose="020B0604020202020204" pitchFamily="34" charset="0"/>
              <a:buChar char="•"/>
              <a:tabLst/>
              <a:defRPr sz="22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47645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Gold left">
    <p:spTree>
      <p:nvGrpSpPr>
        <p:cNvPr id="1" name=""/>
        <p:cNvGrpSpPr/>
        <p:nvPr/>
      </p:nvGrpSpPr>
      <p:grpSpPr>
        <a:xfrm>
          <a:off x="0" y="0"/>
          <a:ext cx="0" cy="0"/>
          <a:chOff x="0" y="0"/>
          <a:chExt cx="0" cy="0"/>
        </a:xfrm>
      </p:grpSpPr>
      <p:sp>
        <p:nvSpPr>
          <p:cNvPr id="3" name="Graphic 7">
            <a:extLst>
              <a:ext uri="{FF2B5EF4-FFF2-40B4-BE49-F238E27FC236}">
                <a16:creationId xmlns:a16="http://schemas.microsoft.com/office/drawing/2014/main" id="{5FAED172-FDF1-969E-7771-6EFAB20F7DB5}"/>
              </a:ext>
            </a:extLst>
          </p:cNvPr>
          <p:cNvSpPr>
            <a:spLocks noGrp="1" noRot="1" noMove="1" noResize="1" noEditPoints="1" noAdjustHandles="1" noChangeArrowheads="1" noChangeShapeType="1"/>
          </p:cNvSpPr>
          <p:nvPr userDrawn="1"/>
        </p:nvSpPr>
        <p:spPr>
          <a:xfrm rot="5400000">
            <a:off x="-3298952" y="3298955"/>
            <a:ext cx="6858000" cy="260096"/>
          </a:xfrm>
          <a:custGeom>
            <a:avLst/>
            <a:gdLst>
              <a:gd name="connsiteX0" fmla="*/ 0 w 2975351"/>
              <a:gd name="connsiteY0" fmla="*/ 0 h 540374"/>
              <a:gd name="connsiteX1" fmla="*/ 2975351 w 2975351"/>
              <a:gd name="connsiteY1" fmla="*/ 0 h 540374"/>
              <a:gd name="connsiteX2" fmla="*/ 2975351 w 2975351"/>
              <a:gd name="connsiteY2" fmla="*/ 540374 h 540374"/>
              <a:gd name="connsiteX3" fmla="*/ 0 w 2975351"/>
              <a:gd name="connsiteY3" fmla="*/ 540374 h 540374"/>
            </a:gdLst>
            <a:ahLst/>
            <a:cxnLst>
              <a:cxn ang="0">
                <a:pos x="connsiteX0" y="connsiteY0"/>
              </a:cxn>
              <a:cxn ang="0">
                <a:pos x="connsiteX1" y="connsiteY1"/>
              </a:cxn>
              <a:cxn ang="0">
                <a:pos x="connsiteX2" y="connsiteY2"/>
              </a:cxn>
              <a:cxn ang="0">
                <a:pos x="connsiteX3" y="connsiteY3"/>
              </a:cxn>
            </a:cxnLst>
            <a:rect l="l" t="t" r="r" b="b"/>
            <a:pathLst>
              <a:path w="2975351" h="540374">
                <a:moveTo>
                  <a:pt x="0" y="0"/>
                </a:moveTo>
                <a:lnTo>
                  <a:pt x="2975351" y="0"/>
                </a:lnTo>
                <a:lnTo>
                  <a:pt x="2975351" y="540374"/>
                </a:lnTo>
                <a:lnTo>
                  <a:pt x="0" y="540374"/>
                </a:lnTo>
                <a:close/>
              </a:path>
            </a:pathLst>
          </a:custGeom>
          <a:gradFill>
            <a:gsLst>
              <a:gs pos="0">
                <a:srgbClr val="FFB500"/>
              </a:gs>
              <a:gs pos="33000">
                <a:srgbClr val="FCB200"/>
              </a:gs>
              <a:gs pos="53000">
                <a:srgbClr val="F4AB00"/>
              </a:gs>
              <a:gs pos="69000">
                <a:srgbClr val="E59E01"/>
              </a:gs>
              <a:gs pos="83000">
                <a:srgbClr val="D18C02"/>
              </a:gs>
              <a:gs pos="96000">
                <a:srgbClr val="B77403"/>
              </a:gs>
              <a:gs pos="100000">
                <a:srgbClr val="AF6D04"/>
              </a:gs>
            </a:gsLst>
            <a:lin ang="0" scaled="1"/>
          </a:gradFill>
          <a:ln w="2182" cap="flat">
            <a:noFill/>
            <a:prstDash val="solid"/>
            <a:miter/>
          </a:ln>
        </p:spPr>
        <p:txBody>
          <a:bodyPr rtlCol="0" anchor="ctr"/>
          <a:lstStyle/>
          <a:p>
            <a:endParaRPr lang="en-US" dirty="0"/>
          </a:p>
        </p:txBody>
      </p:sp>
      <p:sp>
        <p:nvSpPr>
          <p:cNvPr id="8" name="Title 1">
            <a:extLst>
              <a:ext uri="{FF2B5EF4-FFF2-40B4-BE49-F238E27FC236}">
                <a16:creationId xmlns:a16="http://schemas.microsoft.com/office/drawing/2014/main" id="{D7106E9D-F2E0-03DD-023B-D29ABE927A9C}"/>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6" name="Content Placeholder 2">
            <a:extLst>
              <a:ext uri="{FF2B5EF4-FFF2-40B4-BE49-F238E27FC236}">
                <a16:creationId xmlns:a16="http://schemas.microsoft.com/office/drawing/2014/main" id="{83753370-5370-A90A-2E4D-7A94B3E3660B}"/>
              </a:ext>
            </a:extLst>
          </p:cNvPr>
          <p:cNvSpPr>
            <a:spLocks noGrp="1"/>
          </p:cNvSpPr>
          <p:nvPr>
            <p:ph sz="half" idx="1" hasCustomPrompt="1"/>
          </p:nvPr>
        </p:nvSpPr>
        <p:spPr>
          <a:xfrm>
            <a:off x="548218" y="1819063"/>
            <a:ext cx="11122756" cy="4427221"/>
          </a:xfrm>
          <a:prstGeom prst="rect">
            <a:avLst/>
          </a:prstGeom>
        </p:spPr>
        <p:txBody>
          <a:bodyPr lIns="0" rIns="0"/>
          <a:lstStyle>
            <a:lvl1pPr marL="228600" indent="-228600">
              <a:lnSpc>
                <a:spcPct val="110000"/>
              </a:lnSpc>
              <a:spcAft>
                <a:spcPts val="800"/>
              </a:spcAft>
              <a:buFont typeface="Arial Black" panose="020B0604020202020204" pitchFamily="34" charset="0"/>
              <a:buChar char="•"/>
              <a:defRPr sz="2600" b="0" i="0" baseline="0">
                <a:latin typeface="+mn-lt"/>
              </a:defRPr>
            </a:lvl1pPr>
            <a:lvl2pPr marL="840296" indent="-230712">
              <a:lnSpc>
                <a:spcPct val="110000"/>
              </a:lnSpc>
              <a:spcAft>
                <a:spcPts val="800"/>
              </a:spcAft>
              <a:buFont typeface="Cambria" panose="02070309020205020404" pitchFamily="49" charset="0"/>
              <a:buChar char="o"/>
              <a:tabLst/>
              <a:defRPr sz="2200" b="0" i="0" baseline="0">
                <a:latin typeface="+mn-lt"/>
              </a:defRPr>
            </a:lvl2pPr>
            <a:lvl3pPr marL="1454114" indent="-234945">
              <a:lnSpc>
                <a:spcPct val="110000"/>
              </a:lnSpc>
              <a:spcAft>
                <a:spcPts val="800"/>
              </a:spcAft>
              <a:buFont typeface="Arial Black" panose="020B0604020202020204" pitchFamily="34" charset="0"/>
              <a:buChar char="•"/>
              <a:tabLst/>
              <a:defRPr sz="2200" b="0" i="0" baseline="0">
                <a:latin typeface="+mn-lt"/>
              </a:defRPr>
            </a:lvl3pPr>
            <a:lvl4pPr marL="2065815" indent="-237061">
              <a:lnSpc>
                <a:spcPct val="110000"/>
              </a:lnSpc>
              <a:spcAft>
                <a:spcPts val="800"/>
              </a:spcAft>
              <a:buFont typeface="Cambria" panose="02070309020205020404" pitchFamily="49" charset="0"/>
              <a:buChar char="o"/>
              <a:tabLst/>
              <a:defRPr sz="2200" b="0" i="0" baseline="0">
                <a:latin typeface="+mn-lt"/>
              </a:defRPr>
            </a:lvl4pPr>
            <a:lvl5pPr marL="2669051" indent="-230712">
              <a:lnSpc>
                <a:spcPct val="110000"/>
              </a:lnSpc>
              <a:spcAft>
                <a:spcPts val="800"/>
              </a:spcAft>
              <a:buFont typeface="Arial Black" panose="020B0604020202020204" pitchFamily="34" charset="0"/>
              <a:buChar char="•"/>
              <a:tabLst/>
              <a:defRPr sz="22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6434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Gold bottom">
    <p:spTree>
      <p:nvGrpSpPr>
        <p:cNvPr id="1" name=""/>
        <p:cNvGrpSpPr/>
        <p:nvPr/>
      </p:nvGrpSpPr>
      <p:grpSpPr>
        <a:xfrm>
          <a:off x="0" y="0"/>
          <a:ext cx="0" cy="0"/>
          <a:chOff x="0" y="0"/>
          <a:chExt cx="0" cy="0"/>
        </a:xfrm>
      </p:grpSpPr>
      <p:sp>
        <p:nvSpPr>
          <p:cNvPr id="3" name="Graphic 7">
            <a:extLst>
              <a:ext uri="{FF2B5EF4-FFF2-40B4-BE49-F238E27FC236}">
                <a16:creationId xmlns:a16="http://schemas.microsoft.com/office/drawing/2014/main" id="{5FAED172-FDF1-969E-7771-6EFAB20F7DB5}"/>
              </a:ext>
            </a:extLst>
          </p:cNvPr>
          <p:cNvSpPr>
            <a:spLocks noGrp="1" noRot="1" noMove="1" noResize="1" noEditPoints="1" noAdjustHandles="1" noChangeArrowheads="1" noChangeShapeType="1"/>
          </p:cNvSpPr>
          <p:nvPr userDrawn="1"/>
        </p:nvSpPr>
        <p:spPr>
          <a:xfrm>
            <a:off x="0" y="6382538"/>
            <a:ext cx="12192000" cy="489529"/>
          </a:xfrm>
          <a:custGeom>
            <a:avLst/>
            <a:gdLst>
              <a:gd name="connsiteX0" fmla="*/ 0 w 2975351"/>
              <a:gd name="connsiteY0" fmla="*/ 0 h 540374"/>
              <a:gd name="connsiteX1" fmla="*/ 2975351 w 2975351"/>
              <a:gd name="connsiteY1" fmla="*/ 0 h 540374"/>
              <a:gd name="connsiteX2" fmla="*/ 2975351 w 2975351"/>
              <a:gd name="connsiteY2" fmla="*/ 540374 h 540374"/>
              <a:gd name="connsiteX3" fmla="*/ 0 w 2975351"/>
              <a:gd name="connsiteY3" fmla="*/ 540374 h 540374"/>
            </a:gdLst>
            <a:ahLst/>
            <a:cxnLst>
              <a:cxn ang="0">
                <a:pos x="connsiteX0" y="connsiteY0"/>
              </a:cxn>
              <a:cxn ang="0">
                <a:pos x="connsiteX1" y="connsiteY1"/>
              </a:cxn>
              <a:cxn ang="0">
                <a:pos x="connsiteX2" y="connsiteY2"/>
              </a:cxn>
              <a:cxn ang="0">
                <a:pos x="connsiteX3" y="connsiteY3"/>
              </a:cxn>
            </a:cxnLst>
            <a:rect l="l" t="t" r="r" b="b"/>
            <a:pathLst>
              <a:path w="2975351" h="540374">
                <a:moveTo>
                  <a:pt x="0" y="0"/>
                </a:moveTo>
                <a:lnTo>
                  <a:pt x="2975351" y="0"/>
                </a:lnTo>
                <a:lnTo>
                  <a:pt x="2975351" y="540374"/>
                </a:lnTo>
                <a:lnTo>
                  <a:pt x="0" y="540374"/>
                </a:lnTo>
                <a:close/>
              </a:path>
            </a:pathLst>
          </a:custGeom>
          <a:gradFill>
            <a:gsLst>
              <a:gs pos="0">
                <a:srgbClr val="FFB500"/>
              </a:gs>
              <a:gs pos="33000">
                <a:srgbClr val="FCB200"/>
              </a:gs>
              <a:gs pos="53000">
                <a:srgbClr val="F4AB00"/>
              </a:gs>
              <a:gs pos="69000">
                <a:srgbClr val="E59E01"/>
              </a:gs>
              <a:gs pos="83000">
                <a:srgbClr val="D18C02"/>
              </a:gs>
              <a:gs pos="96000">
                <a:srgbClr val="B77403"/>
              </a:gs>
              <a:gs pos="100000">
                <a:srgbClr val="AF6D04"/>
              </a:gs>
            </a:gsLst>
            <a:lin ang="0" scaled="1"/>
          </a:gradFill>
          <a:ln w="2182" cap="flat">
            <a:noFill/>
            <a:prstDash val="solid"/>
            <a:miter/>
          </a:ln>
        </p:spPr>
        <p:txBody>
          <a:bodyPr rtlCol="0" anchor="ctr"/>
          <a:lstStyle/>
          <a:p>
            <a:endParaRPr lang="en-US" dirty="0"/>
          </a:p>
        </p:txBody>
      </p:sp>
      <p:sp>
        <p:nvSpPr>
          <p:cNvPr id="10" name="Slide Number Placeholder 5">
            <a:extLst>
              <a:ext uri="{FF2B5EF4-FFF2-40B4-BE49-F238E27FC236}">
                <a16:creationId xmlns:a16="http://schemas.microsoft.com/office/drawing/2014/main" id="{D74E645D-6452-4E70-D9A2-BD383941DC9D}"/>
              </a:ext>
            </a:extLst>
          </p:cNvPr>
          <p:cNvSpPr txBox="1">
            <a:spLocks/>
          </p:cNvSpPr>
          <p:nvPr/>
        </p:nvSpPr>
        <p:spPr>
          <a:xfrm>
            <a:off x="11417354" y="6570304"/>
            <a:ext cx="304797" cy="184666"/>
          </a:xfrm>
          <a:prstGeom prst="rect">
            <a:avLst/>
          </a:prstGeom>
        </p:spPr>
        <p:txBody>
          <a:bodyPr vert="horz" wrap="square" lIns="0" tIns="0" rIns="0" bIns="0" numCol="1" anchor="ctr" anchorCtr="0" compatLnSpc="1">
            <a:prstTxWarp prst="textNoShape">
              <a:avLst/>
            </a:prstTxWarp>
            <a:spAutoFit/>
          </a:bodyPr>
          <a:lstStyle>
            <a:defPPr>
              <a:defRPr lang="en-US"/>
            </a:defPPr>
            <a:lvl1pPr algn="l" rtl="0" fontAlgn="base">
              <a:spcBef>
                <a:spcPct val="0"/>
              </a:spcBef>
              <a:spcAft>
                <a:spcPct val="0"/>
              </a:spcAft>
              <a:defRPr sz="900" kern="1200">
                <a:solidFill>
                  <a:schemeClr val="tx2"/>
                </a:solidFill>
                <a:latin typeface="Cambria"/>
                <a:ea typeface="MS PGothic" charset="0"/>
                <a:cs typeface="Cambria"/>
              </a:defRPr>
            </a:lvl1pPr>
            <a:lvl2pPr marL="457200" algn="l" rtl="0" fontAlgn="base">
              <a:spcBef>
                <a:spcPct val="0"/>
              </a:spcBef>
              <a:spcAft>
                <a:spcPct val="0"/>
              </a:spcAft>
              <a:defRPr kern="1200">
                <a:solidFill>
                  <a:schemeClr val="tx1"/>
                </a:solidFill>
                <a:latin typeface="Cambria" charset="0"/>
                <a:ea typeface="MS PGothic" charset="0"/>
                <a:cs typeface="MS PGothic" charset="0"/>
              </a:defRPr>
            </a:lvl2pPr>
            <a:lvl3pPr marL="914400" algn="l" rtl="0" fontAlgn="base">
              <a:spcBef>
                <a:spcPct val="0"/>
              </a:spcBef>
              <a:spcAft>
                <a:spcPct val="0"/>
              </a:spcAft>
              <a:defRPr kern="1200">
                <a:solidFill>
                  <a:schemeClr val="tx1"/>
                </a:solidFill>
                <a:latin typeface="Cambria" charset="0"/>
                <a:ea typeface="MS PGothic" charset="0"/>
                <a:cs typeface="MS PGothic" charset="0"/>
              </a:defRPr>
            </a:lvl3pPr>
            <a:lvl4pPr marL="1371600" algn="l" rtl="0" fontAlgn="base">
              <a:spcBef>
                <a:spcPct val="0"/>
              </a:spcBef>
              <a:spcAft>
                <a:spcPct val="0"/>
              </a:spcAft>
              <a:defRPr kern="1200">
                <a:solidFill>
                  <a:schemeClr val="tx1"/>
                </a:solidFill>
                <a:latin typeface="Cambria" charset="0"/>
                <a:ea typeface="MS PGothic" charset="0"/>
                <a:cs typeface="MS PGothic" charset="0"/>
              </a:defRPr>
            </a:lvl4pPr>
            <a:lvl5pPr marL="1828800" algn="l" rtl="0" fontAlgn="base">
              <a:spcBef>
                <a:spcPct val="0"/>
              </a:spcBef>
              <a:spcAft>
                <a:spcPct val="0"/>
              </a:spcAft>
              <a:defRPr kern="1200">
                <a:solidFill>
                  <a:schemeClr val="tx1"/>
                </a:solidFill>
                <a:latin typeface="Cambria" charset="0"/>
                <a:ea typeface="MS PGothic" charset="0"/>
                <a:cs typeface="MS PGothic" charset="0"/>
              </a:defRPr>
            </a:lvl5pPr>
            <a:lvl6pPr marL="2286000" algn="l" defTabSz="457200" rtl="0" eaLnBrk="1" latinLnBrk="0" hangingPunct="1">
              <a:defRPr kern="1200">
                <a:solidFill>
                  <a:schemeClr val="tx1"/>
                </a:solidFill>
                <a:latin typeface="Cambria" charset="0"/>
                <a:ea typeface="MS PGothic" charset="0"/>
                <a:cs typeface="MS PGothic" charset="0"/>
              </a:defRPr>
            </a:lvl6pPr>
            <a:lvl7pPr marL="2743200" algn="l" defTabSz="457200" rtl="0" eaLnBrk="1" latinLnBrk="0" hangingPunct="1">
              <a:defRPr kern="1200">
                <a:solidFill>
                  <a:schemeClr val="tx1"/>
                </a:solidFill>
                <a:latin typeface="Cambria" charset="0"/>
                <a:ea typeface="MS PGothic" charset="0"/>
                <a:cs typeface="MS PGothic" charset="0"/>
              </a:defRPr>
            </a:lvl7pPr>
            <a:lvl8pPr marL="3200400" algn="l" defTabSz="457200" rtl="0" eaLnBrk="1" latinLnBrk="0" hangingPunct="1">
              <a:defRPr kern="1200">
                <a:solidFill>
                  <a:schemeClr val="tx1"/>
                </a:solidFill>
                <a:latin typeface="Cambria" charset="0"/>
                <a:ea typeface="MS PGothic" charset="0"/>
                <a:cs typeface="MS PGothic" charset="0"/>
              </a:defRPr>
            </a:lvl8pPr>
            <a:lvl9pPr marL="3657600" algn="l" defTabSz="457200" rtl="0" eaLnBrk="1" latinLnBrk="0" hangingPunct="1">
              <a:defRPr kern="1200">
                <a:solidFill>
                  <a:schemeClr val="tx1"/>
                </a:solidFill>
                <a:latin typeface="Cambria" charset="0"/>
                <a:ea typeface="MS PGothic" charset="0"/>
                <a:cs typeface="MS PGothic" charset="0"/>
              </a:defRPr>
            </a:lvl9pPr>
          </a:lstStyle>
          <a:p>
            <a:pPr algn="r"/>
            <a:fld id="{210D6F30-3479-EB47-B616-273BCC2A68D5}" type="slidenum">
              <a:rPr lang="en-US" sz="1200" b="0" i="0" smtClean="0">
                <a:latin typeface="Cambria" panose="02040503050406030204" pitchFamily="18" charset="0"/>
              </a:rPr>
              <a:pPr algn="r"/>
              <a:t>‹#›</a:t>
            </a:fld>
            <a:endParaRPr lang="en-US" sz="1200" b="0" i="0" dirty="0">
              <a:latin typeface="Cambria" panose="02040503050406030204" pitchFamily="18" charset="0"/>
            </a:endParaRPr>
          </a:p>
        </p:txBody>
      </p:sp>
      <p:sp>
        <p:nvSpPr>
          <p:cNvPr id="8" name="Title 1">
            <a:extLst>
              <a:ext uri="{FF2B5EF4-FFF2-40B4-BE49-F238E27FC236}">
                <a16:creationId xmlns:a16="http://schemas.microsoft.com/office/drawing/2014/main" id="{36921F80-EF62-8C82-8400-E1D46882BBC1}"/>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11" name="Content Placeholder 2">
            <a:extLst>
              <a:ext uri="{FF2B5EF4-FFF2-40B4-BE49-F238E27FC236}">
                <a16:creationId xmlns:a16="http://schemas.microsoft.com/office/drawing/2014/main" id="{DC85DF95-64D6-0AA9-13CA-A2820951D493}"/>
              </a:ext>
            </a:extLst>
          </p:cNvPr>
          <p:cNvSpPr>
            <a:spLocks noGrp="1"/>
          </p:cNvSpPr>
          <p:nvPr>
            <p:ph sz="half" idx="1" hasCustomPrompt="1"/>
          </p:nvPr>
        </p:nvSpPr>
        <p:spPr>
          <a:xfrm>
            <a:off x="548218" y="1819063"/>
            <a:ext cx="11122756" cy="4427221"/>
          </a:xfrm>
          <a:prstGeom prst="rect">
            <a:avLst/>
          </a:prstGeom>
        </p:spPr>
        <p:txBody>
          <a:bodyPr lIns="0" rIns="0"/>
          <a:lstStyle>
            <a:lvl1pPr marL="228600" indent="-228600">
              <a:lnSpc>
                <a:spcPct val="110000"/>
              </a:lnSpc>
              <a:spcAft>
                <a:spcPts val="800"/>
              </a:spcAft>
              <a:buFont typeface="Arial Black" panose="020B0604020202020204" pitchFamily="34" charset="0"/>
              <a:buChar char="•"/>
              <a:defRPr sz="2600" b="0" i="0" baseline="0">
                <a:latin typeface="+mn-lt"/>
              </a:defRPr>
            </a:lvl1pPr>
            <a:lvl2pPr marL="840296" indent="-230712">
              <a:lnSpc>
                <a:spcPct val="110000"/>
              </a:lnSpc>
              <a:spcAft>
                <a:spcPts val="800"/>
              </a:spcAft>
              <a:buFont typeface="Cambria" panose="02070309020205020404" pitchFamily="49" charset="0"/>
              <a:buChar char="o"/>
              <a:tabLst/>
              <a:defRPr sz="2200" b="0" i="0" baseline="0">
                <a:latin typeface="+mn-lt"/>
              </a:defRPr>
            </a:lvl2pPr>
            <a:lvl3pPr marL="1454114" indent="-234945">
              <a:lnSpc>
                <a:spcPct val="110000"/>
              </a:lnSpc>
              <a:spcAft>
                <a:spcPts val="800"/>
              </a:spcAft>
              <a:buFont typeface="Arial Black" panose="020B0604020202020204" pitchFamily="34" charset="0"/>
              <a:buChar char="•"/>
              <a:tabLst/>
              <a:defRPr sz="2200" b="0" i="0" baseline="0">
                <a:latin typeface="+mn-lt"/>
              </a:defRPr>
            </a:lvl3pPr>
            <a:lvl4pPr marL="2065815" indent="-237061">
              <a:lnSpc>
                <a:spcPct val="110000"/>
              </a:lnSpc>
              <a:spcAft>
                <a:spcPts val="800"/>
              </a:spcAft>
              <a:buFont typeface="Cambria" panose="02070309020205020404" pitchFamily="49" charset="0"/>
              <a:buChar char="o"/>
              <a:tabLst/>
              <a:defRPr sz="2200" b="0" i="0" baseline="0">
                <a:latin typeface="+mn-lt"/>
              </a:defRPr>
            </a:lvl4pPr>
            <a:lvl5pPr marL="2669051" indent="-230712">
              <a:lnSpc>
                <a:spcPct val="110000"/>
              </a:lnSpc>
              <a:spcAft>
                <a:spcPts val="800"/>
              </a:spcAft>
              <a:buFont typeface="Arial Black" panose="020B0604020202020204" pitchFamily="34" charset="0"/>
              <a:buChar char="•"/>
              <a:tabLst/>
              <a:defRPr sz="22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10">
            <a:extLst>
              <a:ext uri="{FF2B5EF4-FFF2-40B4-BE49-F238E27FC236}">
                <a16:creationId xmlns:a16="http://schemas.microsoft.com/office/drawing/2014/main" id="{251B5CFE-AC13-09A8-5BA7-636A84941886}"/>
              </a:ext>
            </a:extLst>
          </p:cNvPr>
          <p:cNvSpPr txBox="1">
            <a:spLocks/>
          </p:cNvSpPr>
          <p:nvPr/>
        </p:nvSpPr>
        <p:spPr>
          <a:xfrm>
            <a:off x="5634567" y="6584405"/>
            <a:ext cx="5892800" cy="146304"/>
          </a:xfrm>
          <a:prstGeom prst="rect">
            <a:avLst/>
          </a:prstGeom>
        </p:spPr>
        <p:txBody>
          <a:bodyPr vert="horz" anchor="ctr"/>
          <a:lstStyle>
            <a:lvl1pPr marL="0" indent="0" algn="r" rtl="0" eaLnBrk="0" fontAlgn="base" hangingPunct="0">
              <a:lnSpc>
                <a:spcPct val="100000"/>
              </a:lnSpc>
              <a:spcBef>
                <a:spcPct val="0"/>
              </a:spcBef>
              <a:spcAft>
                <a:spcPts val="1200"/>
              </a:spcAft>
              <a:buFont typeface="Arial Black" charset="0"/>
              <a:buNone/>
              <a:defRPr sz="900" kern="1200">
                <a:solidFill>
                  <a:schemeClr val="tx1"/>
                </a:solidFill>
                <a:latin typeface="Rockwell"/>
                <a:ea typeface="MS PGothic" pitchFamily="34" charset="-128"/>
                <a:cs typeface="Rockwell"/>
              </a:defRPr>
            </a:lvl1pPr>
            <a:lvl2pPr marL="4572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2pPr>
            <a:lvl3pPr marL="6858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3pPr>
            <a:lvl4pPr marL="9144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4pPr>
            <a:lvl5pPr marL="1143000" indent="-228600" algn="l" rtl="0" eaLnBrk="0" fontAlgn="base" hangingPunct="0">
              <a:lnSpc>
                <a:spcPts val="2100"/>
              </a:lnSpc>
              <a:spcBef>
                <a:spcPct val="0"/>
              </a:spcBef>
              <a:spcAft>
                <a:spcPts val="1200"/>
              </a:spcAft>
              <a:buFont typeface="Cambria" charset="0"/>
              <a:buChar char="̶"/>
              <a:defRPr kern="1200">
                <a:solidFill>
                  <a:schemeClr val="tx1"/>
                </a:solidFill>
                <a:latin typeface="+mn-lt"/>
                <a:ea typeface="MS PGothic" pitchFamily="34" charset="-128"/>
                <a:cs typeface="MS PGothic" charset="0"/>
              </a:defRPr>
            </a:lvl5pPr>
            <a:lvl6pPr marL="1371600" indent="-228600" algn="l" defTabSz="914400" rtl="0" eaLnBrk="1" latinLnBrk="0" hangingPunct="1">
              <a:lnSpc>
                <a:spcPts val="2100"/>
              </a:lnSpc>
              <a:spcBef>
                <a:spcPts val="0"/>
              </a:spcBef>
              <a:spcAft>
                <a:spcPts val="1200"/>
              </a:spcAft>
              <a:buFont typeface="Arial Black" panose="020B0604020202020204" pitchFamily="34" charset="0"/>
              <a:buChar char="•"/>
              <a:defRPr sz="1800" kern="1200" baseline="0">
                <a:solidFill>
                  <a:schemeClr val="tx1"/>
                </a:solidFill>
                <a:latin typeface="+mn-lt"/>
                <a:ea typeface="+mn-ea"/>
                <a:cs typeface="+mn-cs"/>
              </a:defRPr>
            </a:lvl6pPr>
            <a:lvl7pPr marL="1600200" indent="-228600" algn="l" defTabSz="914400" rtl="0" eaLnBrk="1" latinLnBrk="0" hangingPunct="1">
              <a:lnSpc>
                <a:spcPts val="2100"/>
              </a:lnSpc>
              <a:spcBef>
                <a:spcPts val="0"/>
              </a:spcBef>
              <a:spcAft>
                <a:spcPts val="1200"/>
              </a:spcAft>
              <a:buFont typeface="Cambria" panose="02040503050406030204" pitchFamily="18" charset="0"/>
              <a:buChar char="̶"/>
              <a:defRPr sz="1800" kern="1200" baseline="0">
                <a:solidFill>
                  <a:schemeClr val="tx1"/>
                </a:solidFill>
                <a:latin typeface="+mn-lt"/>
                <a:ea typeface="+mn-ea"/>
                <a:cs typeface="+mn-cs"/>
              </a:defRPr>
            </a:lvl7pPr>
            <a:lvl8pPr marL="3429000" indent="-228600" algn="l" defTabSz="914400" rtl="0" eaLnBrk="1" latinLnBrk="0" hangingPunct="1">
              <a:spcBef>
                <a:spcPct val="20000"/>
              </a:spcBef>
              <a:buFont typeface="Arial Black"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Black" panose="020B0604020202020204" pitchFamily="34" charset="0"/>
              <a:buChar char="•"/>
              <a:defRPr sz="2000" kern="1200">
                <a:solidFill>
                  <a:schemeClr val="tx1"/>
                </a:solidFill>
                <a:latin typeface="+mn-lt"/>
                <a:ea typeface="+mn-ea"/>
                <a:cs typeface="+mn-cs"/>
              </a:defRPr>
            </a:lvl9pPr>
          </a:lstStyle>
          <a:p>
            <a:r>
              <a:rPr lang="en-US" sz="1200" b="0" i="0" dirty="0">
                <a:latin typeface="+mn-lt"/>
                <a:cs typeface="Cambria"/>
              </a:rPr>
              <a:t>Edit presentation title (PPT desktop app &gt; View &gt; Slide Master)</a:t>
            </a:r>
          </a:p>
        </p:txBody>
      </p:sp>
      <p:sp>
        <p:nvSpPr>
          <p:cNvPr id="5" name="Slide Number Placeholder 5">
            <a:extLst>
              <a:ext uri="{FF2B5EF4-FFF2-40B4-BE49-F238E27FC236}">
                <a16:creationId xmlns:a16="http://schemas.microsoft.com/office/drawing/2014/main" id="{9D45A97F-083A-675C-6F23-F2D32939DAAC}"/>
              </a:ext>
            </a:extLst>
          </p:cNvPr>
          <p:cNvSpPr txBox="1">
            <a:spLocks/>
          </p:cNvSpPr>
          <p:nvPr userDrawn="1"/>
        </p:nvSpPr>
        <p:spPr>
          <a:xfrm>
            <a:off x="11417354" y="6570304"/>
            <a:ext cx="304797" cy="184666"/>
          </a:xfrm>
          <a:prstGeom prst="rect">
            <a:avLst/>
          </a:prstGeom>
        </p:spPr>
        <p:txBody>
          <a:bodyPr vert="horz" wrap="square" lIns="0" tIns="0" rIns="0" bIns="0" numCol="1" anchor="ctr" anchorCtr="0" compatLnSpc="1">
            <a:prstTxWarp prst="textNoShape">
              <a:avLst/>
            </a:prstTxWarp>
            <a:spAutoFit/>
          </a:bodyPr>
          <a:lstStyle>
            <a:defPPr>
              <a:defRPr lang="en-US"/>
            </a:defPPr>
            <a:lvl1pPr algn="l" rtl="0" fontAlgn="base">
              <a:spcBef>
                <a:spcPct val="0"/>
              </a:spcBef>
              <a:spcAft>
                <a:spcPct val="0"/>
              </a:spcAft>
              <a:defRPr sz="900" kern="1200">
                <a:solidFill>
                  <a:schemeClr val="tx2"/>
                </a:solidFill>
                <a:latin typeface="Cambria"/>
                <a:ea typeface="MS PGothic" charset="0"/>
                <a:cs typeface="Cambria"/>
              </a:defRPr>
            </a:lvl1pPr>
            <a:lvl2pPr marL="457200" algn="l" rtl="0" fontAlgn="base">
              <a:spcBef>
                <a:spcPct val="0"/>
              </a:spcBef>
              <a:spcAft>
                <a:spcPct val="0"/>
              </a:spcAft>
              <a:defRPr kern="1200">
                <a:solidFill>
                  <a:schemeClr val="tx1"/>
                </a:solidFill>
                <a:latin typeface="Cambria" charset="0"/>
                <a:ea typeface="MS PGothic" charset="0"/>
                <a:cs typeface="MS PGothic" charset="0"/>
              </a:defRPr>
            </a:lvl2pPr>
            <a:lvl3pPr marL="914400" algn="l" rtl="0" fontAlgn="base">
              <a:spcBef>
                <a:spcPct val="0"/>
              </a:spcBef>
              <a:spcAft>
                <a:spcPct val="0"/>
              </a:spcAft>
              <a:defRPr kern="1200">
                <a:solidFill>
                  <a:schemeClr val="tx1"/>
                </a:solidFill>
                <a:latin typeface="Cambria" charset="0"/>
                <a:ea typeface="MS PGothic" charset="0"/>
                <a:cs typeface="MS PGothic" charset="0"/>
              </a:defRPr>
            </a:lvl3pPr>
            <a:lvl4pPr marL="1371600" algn="l" rtl="0" fontAlgn="base">
              <a:spcBef>
                <a:spcPct val="0"/>
              </a:spcBef>
              <a:spcAft>
                <a:spcPct val="0"/>
              </a:spcAft>
              <a:defRPr kern="1200">
                <a:solidFill>
                  <a:schemeClr val="tx1"/>
                </a:solidFill>
                <a:latin typeface="Cambria" charset="0"/>
                <a:ea typeface="MS PGothic" charset="0"/>
                <a:cs typeface="MS PGothic" charset="0"/>
              </a:defRPr>
            </a:lvl4pPr>
            <a:lvl5pPr marL="1828800" algn="l" rtl="0" fontAlgn="base">
              <a:spcBef>
                <a:spcPct val="0"/>
              </a:spcBef>
              <a:spcAft>
                <a:spcPct val="0"/>
              </a:spcAft>
              <a:defRPr kern="1200">
                <a:solidFill>
                  <a:schemeClr val="tx1"/>
                </a:solidFill>
                <a:latin typeface="Cambria" charset="0"/>
                <a:ea typeface="MS PGothic" charset="0"/>
                <a:cs typeface="MS PGothic" charset="0"/>
              </a:defRPr>
            </a:lvl5pPr>
            <a:lvl6pPr marL="2286000" algn="l" defTabSz="457200" rtl="0" eaLnBrk="1" latinLnBrk="0" hangingPunct="1">
              <a:defRPr kern="1200">
                <a:solidFill>
                  <a:schemeClr val="tx1"/>
                </a:solidFill>
                <a:latin typeface="Cambria" charset="0"/>
                <a:ea typeface="MS PGothic" charset="0"/>
                <a:cs typeface="MS PGothic" charset="0"/>
              </a:defRPr>
            </a:lvl6pPr>
            <a:lvl7pPr marL="2743200" algn="l" defTabSz="457200" rtl="0" eaLnBrk="1" latinLnBrk="0" hangingPunct="1">
              <a:defRPr kern="1200">
                <a:solidFill>
                  <a:schemeClr val="tx1"/>
                </a:solidFill>
                <a:latin typeface="Cambria" charset="0"/>
                <a:ea typeface="MS PGothic" charset="0"/>
                <a:cs typeface="MS PGothic" charset="0"/>
              </a:defRPr>
            </a:lvl7pPr>
            <a:lvl8pPr marL="3200400" algn="l" defTabSz="457200" rtl="0" eaLnBrk="1" latinLnBrk="0" hangingPunct="1">
              <a:defRPr kern="1200">
                <a:solidFill>
                  <a:schemeClr val="tx1"/>
                </a:solidFill>
                <a:latin typeface="Cambria" charset="0"/>
                <a:ea typeface="MS PGothic" charset="0"/>
                <a:cs typeface="MS PGothic" charset="0"/>
              </a:defRPr>
            </a:lvl8pPr>
            <a:lvl9pPr marL="3657600" algn="l" defTabSz="457200" rtl="0" eaLnBrk="1" latinLnBrk="0" hangingPunct="1">
              <a:defRPr kern="1200">
                <a:solidFill>
                  <a:schemeClr val="tx1"/>
                </a:solidFill>
                <a:latin typeface="Cambria" charset="0"/>
                <a:ea typeface="MS PGothic" charset="0"/>
                <a:cs typeface="MS PGothic" charset="0"/>
              </a:defRPr>
            </a:lvl9pPr>
          </a:lstStyle>
          <a:p>
            <a:pPr algn="r"/>
            <a:fld id="{210D6F30-3479-EB47-B616-273BCC2A68D5}" type="slidenum">
              <a:rPr lang="en-US" sz="1200" b="0" i="0" smtClean="0">
                <a:latin typeface="Cambria" panose="02040503050406030204" pitchFamily="18" charset="0"/>
              </a:rPr>
              <a:pPr algn="r"/>
              <a:t>‹#›</a:t>
            </a:fld>
            <a:endParaRPr lang="en-US" sz="1200" b="0" i="0" dirty="0">
              <a:latin typeface="Cambria" panose="02040503050406030204" pitchFamily="18" charset="0"/>
            </a:endParaRPr>
          </a:p>
        </p:txBody>
      </p:sp>
    </p:spTree>
    <p:extLst>
      <p:ext uri="{BB962C8B-B14F-4D97-AF65-F5344CB8AC3E}">
        <p14:creationId xmlns:p14="http://schemas.microsoft.com/office/powerpoint/2010/main" val="834260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Gold right_dim frame">
    <p:spTree>
      <p:nvGrpSpPr>
        <p:cNvPr id="1" name=""/>
        <p:cNvGrpSpPr/>
        <p:nvPr/>
      </p:nvGrpSpPr>
      <p:grpSpPr>
        <a:xfrm>
          <a:off x="0" y="0"/>
          <a:ext cx="0" cy="0"/>
          <a:chOff x="0" y="0"/>
          <a:chExt cx="0" cy="0"/>
        </a:xfrm>
      </p:grpSpPr>
      <p:sp>
        <p:nvSpPr>
          <p:cNvPr id="2" name="Graphic 7">
            <a:extLst>
              <a:ext uri="{FF2B5EF4-FFF2-40B4-BE49-F238E27FC236}">
                <a16:creationId xmlns:a16="http://schemas.microsoft.com/office/drawing/2014/main" id="{3467E532-AFD6-CC86-F7C0-0E965B9434DD}"/>
              </a:ext>
            </a:extLst>
          </p:cNvPr>
          <p:cNvSpPr>
            <a:spLocks noGrp="1" noRot="1" noMove="1" noResize="1" noEditPoints="1" noAdjustHandles="1" noChangeArrowheads="1" noChangeShapeType="1"/>
          </p:cNvSpPr>
          <p:nvPr/>
        </p:nvSpPr>
        <p:spPr>
          <a:xfrm rot="5400000">
            <a:off x="7779515" y="2445512"/>
            <a:ext cx="6857997" cy="1966979"/>
          </a:xfrm>
          <a:custGeom>
            <a:avLst/>
            <a:gdLst>
              <a:gd name="connsiteX0" fmla="*/ 0 w 2975351"/>
              <a:gd name="connsiteY0" fmla="*/ 0 h 540374"/>
              <a:gd name="connsiteX1" fmla="*/ 2975351 w 2975351"/>
              <a:gd name="connsiteY1" fmla="*/ 0 h 540374"/>
              <a:gd name="connsiteX2" fmla="*/ 2975351 w 2975351"/>
              <a:gd name="connsiteY2" fmla="*/ 540374 h 540374"/>
              <a:gd name="connsiteX3" fmla="*/ 0 w 2975351"/>
              <a:gd name="connsiteY3" fmla="*/ 540374 h 540374"/>
            </a:gdLst>
            <a:ahLst/>
            <a:cxnLst>
              <a:cxn ang="0">
                <a:pos x="connsiteX0" y="connsiteY0"/>
              </a:cxn>
              <a:cxn ang="0">
                <a:pos x="connsiteX1" y="connsiteY1"/>
              </a:cxn>
              <a:cxn ang="0">
                <a:pos x="connsiteX2" y="connsiteY2"/>
              </a:cxn>
              <a:cxn ang="0">
                <a:pos x="connsiteX3" y="connsiteY3"/>
              </a:cxn>
            </a:cxnLst>
            <a:rect l="l" t="t" r="r" b="b"/>
            <a:pathLst>
              <a:path w="2975351" h="540374">
                <a:moveTo>
                  <a:pt x="0" y="0"/>
                </a:moveTo>
                <a:lnTo>
                  <a:pt x="2975351" y="0"/>
                </a:lnTo>
                <a:lnTo>
                  <a:pt x="2975351" y="540374"/>
                </a:lnTo>
                <a:lnTo>
                  <a:pt x="0" y="540374"/>
                </a:lnTo>
                <a:close/>
              </a:path>
            </a:pathLst>
          </a:custGeom>
          <a:gradFill>
            <a:gsLst>
              <a:gs pos="0">
                <a:srgbClr val="FFB500"/>
              </a:gs>
              <a:gs pos="33000">
                <a:srgbClr val="FCB200"/>
              </a:gs>
              <a:gs pos="53000">
                <a:srgbClr val="F4AB00"/>
              </a:gs>
              <a:gs pos="69000">
                <a:srgbClr val="E59E01"/>
              </a:gs>
              <a:gs pos="83000">
                <a:srgbClr val="D18C02"/>
              </a:gs>
              <a:gs pos="96000">
                <a:srgbClr val="B77403"/>
              </a:gs>
              <a:gs pos="100000">
                <a:srgbClr val="AF6D04"/>
              </a:gs>
            </a:gsLst>
            <a:lin ang="0" scaled="1"/>
          </a:gradFill>
          <a:ln w="2182" cap="flat">
            <a:noFill/>
            <a:prstDash val="solid"/>
            <a:miter/>
          </a:ln>
        </p:spPr>
        <p:txBody>
          <a:bodyPr rtlCol="0" anchor="ctr"/>
          <a:lstStyle/>
          <a:p>
            <a:endParaRPr lang="en-US" dirty="0"/>
          </a:p>
        </p:txBody>
      </p:sp>
      <p:sp>
        <p:nvSpPr>
          <p:cNvPr id="5" name="Rectangle 4">
            <a:extLst>
              <a:ext uri="{FF2B5EF4-FFF2-40B4-BE49-F238E27FC236}">
                <a16:creationId xmlns:a16="http://schemas.microsoft.com/office/drawing/2014/main" id="{AF17A481-DA81-2103-CAFC-70FA12371D7D}"/>
              </a:ext>
            </a:extLst>
          </p:cNvPr>
          <p:cNvSpPr>
            <a:spLocks noGrp="1" noRot="1" noMove="1" noResize="1" noEditPoints="1" noAdjustHandles="1" noChangeArrowheads="1" noChangeShapeType="1"/>
          </p:cNvSpPr>
          <p:nvPr userDrawn="1"/>
        </p:nvSpPr>
        <p:spPr>
          <a:xfrm>
            <a:off x="365761" y="1706881"/>
            <a:ext cx="11563513" cy="4661591"/>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241BD9DA-DD46-9368-E4AA-C1127C407330}"/>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0576560" y="358987"/>
            <a:ext cx="1219200" cy="308773"/>
          </a:xfrm>
          <a:prstGeom prst="rect">
            <a:avLst/>
          </a:prstGeom>
        </p:spPr>
      </p:pic>
      <p:sp>
        <p:nvSpPr>
          <p:cNvPr id="9" name="Rectangle 8">
            <a:extLst>
              <a:ext uri="{FF2B5EF4-FFF2-40B4-BE49-F238E27FC236}">
                <a16:creationId xmlns:a16="http://schemas.microsoft.com/office/drawing/2014/main" id="{22AD15C6-255B-CC4B-FF5D-8AC181AC942B}"/>
              </a:ext>
            </a:extLst>
          </p:cNvPr>
          <p:cNvSpPr/>
          <p:nvPr/>
        </p:nvSpPr>
        <p:spPr>
          <a:xfrm>
            <a:off x="0" y="6488672"/>
            <a:ext cx="10225024" cy="369329"/>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a:extLst>
              <a:ext uri="{FF2B5EF4-FFF2-40B4-BE49-F238E27FC236}">
                <a16:creationId xmlns:a16="http://schemas.microsoft.com/office/drawing/2014/main" id="{83433736-9AAC-A31A-6965-87B338027369}"/>
              </a:ext>
            </a:extLst>
          </p:cNvPr>
          <p:cNvSpPr txBox="1">
            <a:spLocks/>
          </p:cNvSpPr>
          <p:nvPr/>
        </p:nvSpPr>
        <p:spPr>
          <a:xfrm>
            <a:off x="9676099" y="6570304"/>
            <a:ext cx="304797" cy="184666"/>
          </a:xfrm>
          <a:prstGeom prst="rect">
            <a:avLst/>
          </a:prstGeom>
        </p:spPr>
        <p:txBody>
          <a:bodyPr vert="horz" wrap="square" lIns="0" tIns="0" rIns="0" bIns="0" numCol="1" anchor="ctr" anchorCtr="0" compatLnSpc="1">
            <a:prstTxWarp prst="textNoShape">
              <a:avLst/>
            </a:prstTxWarp>
            <a:spAutoFit/>
          </a:bodyPr>
          <a:lstStyle>
            <a:defPPr>
              <a:defRPr lang="en-US"/>
            </a:defPPr>
            <a:lvl1pPr algn="l" rtl="0" fontAlgn="base">
              <a:spcBef>
                <a:spcPct val="0"/>
              </a:spcBef>
              <a:spcAft>
                <a:spcPct val="0"/>
              </a:spcAft>
              <a:defRPr sz="900" kern="1200">
                <a:solidFill>
                  <a:schemeClr val="tx2"/>
                </a:solidFill>
                <a:latin typeface="Cambria"/>
                <a:ea typeface="MS PGothic" charset="0"/>
                <a:cs typeface="Cambria"/>
              </a:defRPr>
            </a:lvl1pPr>
            <a:lvl2pPr marL="457200" algn="l" rtl="0" fontAlgn="base">
              <a:spcBef>
                <a:spcPct val="0"/>
              </a:spcBef>
              <a:spcAft>
                <a:spcPct val="0"/>
              </a:spcAft>
              <a:defRPr kern="1200">
                <a:solidFill>
                  <a:schemeClr val="tx1"/>
                </a:solidFill>
                <a:latin typeface="Cambria" charset="0"/>
                <a:ea typeface="MS PGothic" charset="0"/>
                <a:cs typeface="MS PGothic" charset="0"/>
              </a:defRPr>
            </a:lvl2pPr>
            <a:lvl3pPr marL="914400" algn="l" rtl="0" fontAlgn="base">
              <a:spcBef>
                <a:spcPct val="0"/>
              </a:spcBef>
              <a:spcAft>
                <a:spcPct val="0"/>
              </a:spcAft>
              <a:defRPr kern="1200">
                <a:solidFill>
                  <a:schemeClr val="tx1"/>
                </a:solidFill>
                <a:latin typeface="Cambria" charset="0"/>
                <a:ea typeface="MS PGothic" charset="0"/>
                <a:cs typeface="MS PGothic" charset="0"/>
              </a:defRPr>
            </a:lvl3pPr>
            <a:lvl4pPr marL="1371600" algn="l" rtl="0" fontAlgn="base">
              <a:spcBef>
                <a:spcPct val="0"/>
              </a:spcBef>
              <a:spcAft>
                <a:spcPct val="0"/>
              </a:spcAft>
              <a:defRPr kern="1200">
                <a:solidFill>
                  <a:schemeClr val="tx1"/>
                </a:solidFill>
                <a:latin typeface="Cambria" charset="0"/>
                <a:ea typeface="MS PGothic" charset="0"/>
                <a:cs typeface="MS PGothic" charset="0"/>
              </a:defRPr>
            </a:lvl4pPr>
            <a:lvl5pPr marL="1828800" algn="l" rtl="0" fontAlgn="base">
              <a:spcBef>
                <a:spcPct val="0"/>
              </a:spcBef>
              <a:spcAft>
                <a:spcPct val="0"/>
              </a:spcAft>
              <a:defRPr kern="1200">
                <a:solidFill>
                  <a:schemeClr val="tx1"/>
                </a:solidFill>
                <a:latin typeface="Cambria" charset="0"/>
                <a:ea typeface="MS PGothic" charset="0"/>
                <a:cs typeface="MS PGothic" charset="0"/>
              </a:defRPr>
            </a:lvl5pPr>
            <a:lvl6pPr marL="2286000" algn="l" defTabSz="457200" rtl="0" eaLnBrk="1" latinLnBrk="0" hangingPunct="1">
              <a:defRPr kern="1200">
                <a:solidFill>
                  <a:schemeClr val="tx1"/>
                </a:solidFill>
                <a:latin typeface="Cambria" charset="0"/>
                <a:ea typeface="MS PGothic" charset="0"/>
                <a:cs typeface="MS PGothic" charset="0"/>
              </a:defRPr>
            </a:lvl6pPr>
            <a:lvl7pPr marL="2743200" algn="l" defTabSz="457200" rtl="0" eaLnBrk="1" latinLnBrk="0" hangingPunct="1">
              <a:defRPr kern="1200">
                <a:solidFill>
                  <a:schemeClr val="tx1"/>
                </a:solidFill>
                <a:latin typeface="Cambria" charset="0"/>
                <a:ea typeface="MS PGothic" charset="0"/>
                <a:cs typeface="MS PGothic" charset="0"/>
              </a:defRPr>
            </a:lvl7pPr>
            <a:lvl8pPr marL="3200400" algn="l" defTabSz="457200" rtl="0" eaLnBrk="1" latinLnBrk="0" hangingPunct="1">
              <a:defRPr kern="1200">
                <a:solidFill>
                  <a:schemeClr val="tx1"/>
                </a:solidFill>
                <a:latin typeface="Cambria" charset="0"/>
                <a:ea typeface="MS PGothic" charset="0"/>
                <a:cs typeface="MS PGothic" charset="0"/>
              </a:defRPr>
            </a:lvl8pPr>
            <a:lvl9pPr marL="3657600" algn="l" defTabSz="457200" rtl="0" eaLnBrk="1" latinLnBrk="0" hangingPunct="1">
              <a:defRPr kern="1200">
                <a:solidFill>
                  <a:schemeClr val="tx1"/>
                </a:solidFill>
                <a:latin typeface="Cambria" charset="0"/>
                <a:ea typeface="MS PGothic" charset="0"/>
                <a:cs typeface="MS PGothic" charset="0"/>
              </a:defRPr>
            </a:lvl9pPr>
          </a:lstStyle>
          <a:p>
            <a:pPr algn="r"/>
            <a:fld id="{210D6F30-3479-EB47-B616-273BCC2A68D5}" type="slidenum">
              <a:rPr lang="en-US" sz="1200" b="0" i="0" smtClean="0">
                <a:latin typeface="Cambria" panose="02040503050406030204" pitchFamily="18" charset="0"/>
              </a:rPr>
              <a:pPr algn="r"/>
              <a:t>‹#›</a:t>
            </a:fld>
            <a:endParaRPr lang="en-US" sz="1200" b="0" i="0" dirty="0">
              <a:latin typeface="Cambria" panose="02040503050406030204" pitchFamily="18" charset="0"/>
            </a:endParaRPr>
          </a:p>
        </p:txBody>
      </p:sp>
      <p:sp>
        <p:nvSpPr>
          <p:cNvPr id="12" name="Title 1">
            <a:extLst>
              <a:ext uri="{FF2B5EF4-FFF2-40B4-BE49-F238E27FC236}">
                <a16:creationId xmlns:a16="http://schemas.microsoft.com/office/drawing/2014/main" id="{84E9463D-1BB8-F8A0-2228-F1CA6AFC2161}"/>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15" name="Slide Number Placeholder 5">
            <a:extLst>
              <a:ext uri="{FF2B5EF4-FFF2-40B4-BE49-F238E27FC236}">
                <a16:creationId xmlns:a16="http://schemas.microsoft.com/office/drawing/2014/main" id="{586B7BE0-B679-5666-E7A9-31123BF65ACC}"/>
              </a:ext>
            </a:extLst>
          </p:cNvPr>
          <p:cNvSpPr txBox="1">
            <a:spLocks/>
          </p:cNvSpPr>
          <p:nvPr/>
        </p:nvSpPr>
        <p:spPr>
          <a:xfrm>
            <a:off x="9676099" y="6570304"/>
            <a:ext cx="304797" cy="184666"/>
          </a:xfrm>
          <a:prstGeom prst="rect">
            <a:avLst/>
          </a:prstGeom>
        </p:spPr>
        <p:txBody>
          <a:bodyPr vert="horz" wrap="square" lIns="0" tIns="0" rIns="0" bIns="0" numCol="1" anchor="ctr" anchorCtr="0" compatLnSpc="1">
            <a:prstTxWarp prst="textNoShape">
              <a:avLst/>
            </a:prstTxWarp>
            <a:spAutoFit/>
          </a:bodyPr>
          <a:lstStyle>
            <a:defPPr>
              <a:defRPr lang="en-US"/>
            </a:defPPr>
            <a:lvl1pPr algn="l" rtl="0" fontAlgn="base">
              <a:spcBef>
                <a:spcPct val="0"/>
              </a:spcBef>
              <a:spcAft>
                <a:spcPct val="0"/>
              </a:spcAft>
              <a:defRPr sz="900" kern="1200">
                <a:solidFill>
                  <a:schemeClr val="tx2"/>
                </a:solidFill>
                <a:latin typeface="Cambria"/>
                <a:ea typeface="MS PGothic" charset="0"/>
                <a:cs typeface="Cambria"/>
              </a:defRPr>
            </a:lvl1pPr>
            <a:lvl2pPr marL="457200" algn="l" rtl="0" fontAlgn="base">
              <a:spcBef>
                <a:spcPct val="0"/>
              </a:spcBef>
              <a:spcAft>
                <a:spcPct val="0"/>
              </a:spcAft>
              <a:defRPr kern="1200">
                <a:solidFill>
                  <a:schemeClr val="tx1"/>
                </a:solidFill>
                <a:latin typeface="Cambria" charset="0"/>
                <a:ea typeface="MS PGothic" charset="0"/>
                <a:cs typeface="MS PGothic" charset="0"/>
              </a:defRPr>
            </a:lvl2pPr>
            <a:lvl3pPr marL="914400" algn="l" rtl="0" fontAlgn="base">
              <a:spcBef>
                <a:spcPct val="0"/>
              </a:spcBef>
              <a:spcAft>
                <a:spcPct val="0"/>
              </a:spcAft>
              <a:defRPr kern="1200">
                <a:solidFill>
                  <a:schemeClr val="tx1"/>
                </a:solidFill>
                <a:latin typeface="Cambria" charset="0"/>
                <a:ea typeface="MS PGothic" charset="0"/>
                <a:cs typeface="MS PGothic" charset="0"/>
              </a:defRPr>
            </a:lvl3pPr>
            <a:lvl4pPr marL="1371600" algn="l" rtl="0" fontAlgn="base">
              <a:spcBef>
                <a:spcPct val="0"/>
              </a:spcBef>
              <a:spcAft>
                <a:spcPct val="0"/>
              </a:spcAft>
              <a:defRPr kern="1200">
                <a:solidFill>
                  <a:schemeClr val="tx1"/>
                </a:solidFill>
                <a:latin typeface="Cambria" charset="0"/>
                <a:ea typeface="MS PGothic" charset="0"/>
                <a:cs typeface="MS PGothic" charset="0"/>
              </a:defRPr>
            </a:lvl4pPr>
            <a:lvl5pPr marL="1828800" algn="l" rtl="0" fontAlgn="base">
              <a:spcBef>
                <a:spcPct val="0"/>
              </a:spcBef>
              <a:spcAft>
                <a:spcPct val="0"/>
              </a:spcAft>
              <a:defRPr kern="1200">
                <a:solidFill>
                  <a:schemeClr val="tx1"/>
                </a:solidFill>
                <a:latin typeface="Cambria" charset="0"/>
                <a:ea typeface="MS PGothic" charset="0"/>
                <a:cs typeface="MS PGothic" charset="0"/>
              </a:defRPr>
            </a:lvl5pPr>
            <a:lvl6pPr marL="2286000" algn="l" defTabSz="457200" rtl="0" eaLnBrk="1" latinLnBrk="0" hangingPunct="1">
              <a:defRPr kern="1200">
                <a:solidFill>
                  <a:schemeClr val="tx1"/>
                </a:solidFill>
                <a:latin typeface="Cambria" charset="0"/>
                <a:ea typeface="MS PGothic" charset="0"/>
                <a:cs typeface="MS PGothic" charset="0"/>
              </a:defRPr>
            </a:lvl6pPr>
            <a:lvl7pPr marL="2743200" algn="l" defTabSz="457200" rtl="0" eaLnBrk="1" latinLnBrk="0" hangingPunct="1">
              <a:defRPr kern="1200">
                <a:solidFill>
                  <a:schemeClr val="tx1"/>
                </a:solidFill>
                <a:latin typeface="Cambria" charset="0"/>
                <a:ea typeface="MS PGothic" charset="0"/>
                <a:cs typeface="MS PGothic" charset="0"/>
              </a:defRPr>
            </a:lvl7pPr>
            <a:lvl8pPr marL="3200400" algn="l" defTabSz="457200" rtl="0" eaLnBrk="1" latinLnBrk="0" hangingPunct="1">
              <a:defRPr kern="1200">
                <a:solidFill>
                  <a:schemeClr val="tx1"/>
                </a:solidFill>
                <a:latin typeface="Cambria" charset="0"/>
                <a:ea typeface="MS PGothic" charset="0"/>
                <a:cs typeface="MS PGothic" charset="0"/>
              </a:defRPr>
            </a:lvl8pPr>
            <a:lvl9pPr marL="3657600" algn="l" defTabSz="457200" rtl="0" eaLnBrk="1" latinLnBrk="0" hangingPunct="1">
              <a:defRPr kern="1200">
                <a:solidFill>
                  <a:schemeClr val="tx1"/>
                </a:solidFill>
                <a:latin typeface="Cambria" charset="0"/>
                <a:ea typeface="MS PGothic" charset="0"/>
                <a:cs typeface="MS PGothic" charset="0"/>
              </a:defRPr>
            </a:lvl9pPr>
          </a:lstStyle>
          <a:p>
            <a:pPr algn="r"/>
            <a:fld id="{210D6F30-3479-EB47-B616-273BCC2A68D5}" type="slidenum">
              <a:rPr lang="en-US" sz="1200" b="0" i="0" smtClean="0">
                <a:latin typeface="Cambria" panose="02040503050406030204" pitchFamily="18" charset="0"/>
              </a:rPr>
              <a:pPr algn="r"/>
              <a:t>‹#›</a:t>
            </a:fld>
            <a:endParaRPr lang="en-US" sz="1200" b="0" i="0" dirty="0">
              <a:latin typeface="Cambria" panose="02040503050406030204" pitchFamily="18" charset="0"/>
            </a:endParaRPr>
          </a:p>
        </p:txBody>
      </p:sp>
      <p:sp>
        <p:nvSpPr>
          <p:cNvPr id="16" name="Content Placeholder 2">
            <a:extLst>
              <a:ext uri="{FF2B5EF4-FFF2-40B4-BE49-F238E27FC236}">
                <a16:creationId xmlns:a16="http://schemas.microsoft.com/office/drawing/2014/main" id="{F081931D-9C40-77F6-D230-B7FD1C73289C}"/>
              </a:ext>
            </a:extLst>
          </p:cNvPr>
          <p:cNvSpPr>
            <a:spLocks noGrp="1"/>
          </p:cNvSpPr>
          <p:nvPr>
            <p:ph sz="half" idx="1" hasCustomPrompt="1"/>
          </p:nvPr>
        </p:nvSpPr>
        <p:spPr>
          <a:xfrm>
            <a:off x="548218" y="1819063"/>
            <a:ext cx="9127881" cy="4427221"/>
          </a:xfrm>
          <a:prstGeom prst="rect">
            <a:avLst/>
          </a:prstGeom>
        </p:spPr>
        <p:txBody>
          <a:bodyPr lIns="0" rIns="0"/>
          <a:lstStyle>
            <a:lvl1pPr marL="228600" indent="-228600">
              <a:lnSpc>
                <a:spcPct val="110000"/>
              </a:lnSpc>
              <a:spcAft>
                <a:spcPts val="800"/>
              </a:spcAft>
              <a:buFont typeface="Arial Black" panose="020B0604020202020204" pitchFamily="34" charset="0"/>
              <a:buChar char="•"/>
              <a:defRPr sz="2600" b="0" i="0" baseline="0">
                <a:latin typeface="+mn-lt"/>
              </a:defRPr>
            </a:lvl1pPr>
            <a:lvl2pPr marL="840296" indent="-230712">
              <a:lnSpc>
                <a:spcPct val="110000"/>
              </a:lnSpc>
              <a:spcAft>
                <a:spcPts val="800"/>
              </a:spcAft>
              <a:buFont typeface="Cambria" panose="02070309020205020404" pitchFamily="49" charset="0"/>
              <a:buChar char="o"/>
              <a:tabLst/>
              <a:defRPr sz="2200" b="0" i="0" baseline="0">
                <a:latin typeface="+mn-lt"/>
              </a:defRPr>
            </a:lvl2pPr>
            <a:lvl3pPr marL="1454114" indent="-234945">
              <a:lnSpc>
                <a:spcPct val="110000"/>
              </a:lnSpc>
              <a:spcAft>
                <a:spcPts val="800"/>
              </a:spcAft>
              <a:buFont typeface="Arial Black" panose="020B0604020202020204" pitchFamily="34" charset="0"/>
              <a:buChar char="•"/>
              <a:tabLst/>
              <a:defRPr sz="2200" b="0" i="0" baseline="0">
                <a:latin typeface="+mn-lt"/>
              </a:defRPr>
            </a:lvl3pPr>
            <a:lvl4pPr marL="2065815" indent="-237061">
              <a:lnSpc>
                <a:spcPct val="110000"/>
              </a:lnSpc>
              <a:spcAft>
                <a:spcPts val="800"/>
              </a:spcAft>
              <a:buFont typeface="Cambria" panose="02070309020205020404" pitchFamily="49" charset="0"/>
              <a:buChar char="o"/>
              <a:tabLst/>
              <a:defRPr sz="2200" b="0" i="0" baseline="0">
                <a:latin typeface="+mn-lt"/>
              </a:defRPr>
            </a:lvl4pPr>
            <a:lvl5pPr marL="2669051" indent="-230712">
              <a:lnSpc>
                <a:spcPct val="110000"/>
              </a:lnSpc>
              <a:spcAft>
                <a:spcPts val="800"/>
              </a:spcAft>
              <a:buFont typeface="Arial Black" panose="020B0604020202020204" pitchFamily="34" charset="0"/>
              <a:buChar char="•"/>
              <a:tabLst/>
              <a:defRPr sz="22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D8B62BD3-C6FB-F6BA-439B-B76FAB5713E9}"/>
              </a:ext>
            </a:extLst>
          </p:cNvPr>
          <p:cNvSpPr txBox="1">
            <a:spLocks/>
          </p:cNvSpPr>
          <p:nvPr/>
        </p:nvSpPr>
        <p:spPr>
          <a:xfrm>
            <a:off x="9676099" y="6570304"/>
            <a:ext cx="304797" cy="184666"/>
          </a:xfrm>
          <a:prstGeom prst="rect">
            <a:avLst/>
          </a:prstGeom>
        </p:spPr>
        <p:txBody>
          <a:bodyPr vert="horz" wrap="square" lIns="0" tIns="0" rIns="0" bIns="0" numCol="1" anchor="ctr" anchorCtr="0" compatLnSpc="1">
            <a:prstTxWarp prst="textNoShape">
              <a:avLst/>
            </a:prstTxWarp>
            <a:spAutoFit/>
          </a:bodyPr>
          <a:lstStyle>
            <a:defPPr>
              <a:defRPr lang="en-US"/>
            </a:defPPr>
            <a:lvl1pPr algn="l" rtl="0" fontAlgn="base">
              <a:spcBef>
                <a:spcPct val="0"/>
              </a:spcBef>
              <a:spcAft>
                <a:spcPct val="0"/>
              </a:spcAft>
              <a:defRPr sz="900" kern="1200">
                <a:solidFill>
                  <a:schemeClr val="tx2"/>
                </a:solidFill>
                <a:latin typeface="Cambria"/>
                <a:ea typeface="MS PGothic" charset="0"/>
                <a:cs typeface="Cambria"/>
              </a:defRPr>
            </a:lvl1pPr>
            <a:lvl2pPr marL="457200" algn="l" rtl="0" fontAlgn="base">
              <a:spcBef>
                <a:spcPct val="0"/>
              </a:spcBef>
              <a:spcAft>
                <a:spcPct val="0"/>
              </a:spcAft>
              <a:defRPr kern="1200">
                <a:solidFill>
                  <a:schemeClr val="tx1"/>
                </a:solidFill>
                <a:latin typeface="Cambria" charset="0"/>
                <a:ea typeface="MS PGothic" charset="0"/>
                <a:cs typeface="MS PGothic" charset="0"/>
              </a:defRPr>
            </a:lvl2pPr>
            <a:lvl3pPr marL="914400" algn="l" rtl="0" fontAlgn="base">
              <a:spcBef>
                <a:spcPct val="0"/>
              </a:spcBef>
              <a:spcAft>
                <a:spcPct val="0"/>
              </a:spcAft>
              <a:defRPr kern="1200">
                <a:solidFill>
                  <a:schemeClr val="tx1"/>
                </a:solidFill>
                <a:latin typeface="Cambria" charset="0"/>
                <a:ea typeface="MS PGothic" charset="0"/>
                <a:cs typeface="MS PGothic" charset="0"/>
              </a:defRPr>
            </a:lvl3pPr>
            <a:lvl4pPr marL="1371600" algn="l" rtl="0" fontAlgn="base">
              <a:spcBef>
                <a:spcPct val="0"/>
              </a:spcBef>
              <a:spcAft>
                <a:spcPct val="0"/>
              </a:spcAft>
              <a:defRPr kern="1200">
                <a:solidFill>
                  <a:schemeClr val="tx1"/>
                </a:solidFill>
                <a:latin typeface="Cambria" charset="0"/>
                <a:ea typeface="MS PGothic" charset="0"/>
                <a:cs typeface="MS PGothic" charset="0"/>
              </a:defRPr>
            </a:lvl4pPr>
            <a:lvl5pPr marL="1828800" algn="l" rtl="0" fontAlgn="base">
              <a:spcBef>
                <a:spcPct val="0"/>
              </a:spcBef>
              <a:spcAft>
                <a:spcPct val="0"/>
              </a:spcAft>
              <a:defRPr kern="1200">
                <a:solidFill>
                  <a:schemeClr val="tx1"/>
                </a:solidFill>
                <a:latin typeface="Cambria" charset="0"/>
                <a:ea typeface="MS PGothic" charset="0"/>
                <a:cs typeface="MS PGothic" charset="0"/>
              </a:defRPr>
            </a:lvl5pPr>
            <a:lvl6pPr marL="2286000" algn="l" defTabSz="457200" rtl="0" eaLnBrk="1" latinLnBrk="0" hangingPunct="1">
              <a:defRPr kern="1200">
                <a:solidFill>
                  <a:schemeClr val="tx1"/>
                </a:solidFill>
                <a:latin typeface="Cambria" charset="0"/>
                <a:ea typeface="MS PGothic" charset="0"/>
                <a:cs typeface="MS PGothic" charset="0"/>
              </a:defRPr>
            </a:lvl6pPr>
            <a:lvl7pPr marL="2743200" algn="l" defTabSz="457200" rtl="0" eaLnBrk="1" latinLnBrk="0" hangingPunct="1">
              <a:defRPr kern="1200">
                <a:solidFill>
                  <a:schemeClr val="tx1"/>
                </a:solidFill>
                <a:latin typeface="Cambria" charset="0"/>
                <a:ea typeface="MS PGothic" charset="0"/>
                <a:cs typeface="MS PGothic" charset="0"/>
              </a:defRPr>
            </a:lvl7pPr>
            <a:lvl8pPr marL="3200400" algn="l" defTabSz="457200" rtl="0" eaLnBrk="1" latinLnBrk="0" hangingPunct="1">
              <a:defRPr kern="1200">
                <a:solidFill>
                  <a:schemeClr val="tx1"/>
                </a:solidFill>
                <a:latin typeface="Cambria" charset="0"/>
                <a:ea typeface="MS PGothic" charset="0"/>
                <a:cs typeface="MS PGothic" charset="0"/>
              </a:defRPr>
            </a:lvl8pPr>
            <a:lvl9pPr marL="3657600" algn="l" defTabSz="457200" rtl="0" eaLnBrk="1" latinLnBrk="0" hangingPunct="1">
              <a:defRPr kern="1200">
                <a:solidFill>
                  <a:schemeClr val="tx1"/>
                </a:solidFill>
                <a:latin typeface="Cambria" charset="0"/>
                <a:ea typeface="MS PGothic" charset="0"/>
                <a:cs typeface="MS PGothic" charset="0"/>
              </a:defRPr>
            </a:lvl9pPr>
          </a:lstStyle>
          <a:p>
            <a:pPr algn="r"/>
            <a:fld id="{210D6F30-3479-EB47-B616-273BCC2A68D5}" type="slidenum">
              <a:rPr lang="en-US" sz="1200" b="0" i="0" smtClean="0">
                <a:latin typeface="Cambria" panose="02040503050406030204" pitchFamily="18" charset="0"/>
              </a:rPr>
              <a:pPr algn="r"/>
              <a:t>‹#›</a:t>
            </a:fld>
            <a:endParaRPr lang="en-US" sz="1200" b="0" i="0" dirty="0">
              <a:latin typeface="Cambria" panose="02040503050406030204" pitchFamily="18" charset="0"/>
            </a:endParaRPr>
          </a:p>
        </p:txBody>
      </p:sp>
      <p:sp>
        <p:nvSpPr>
          <p:cNvPr id="19" name="Text Placeholder 10">
            <a:extLst>
              <a:ext uri="{FF2B5EF4-FFF2-40B4-BE49-F238E27FC236}">
                <a16:creationId xmlns:a16="http://schemas.microsoft.com/office/drawing/2014/main" id="{4260CF09-32FA-2B3F-6E7A-8FDB2DCC37BD}"/>
              </a:ext>
            </a:extLst>
          </p:cNvPr>
          <p:cNvSpPr txBox="1">
            <a:spLocks/>
          </p:cNvSpPr>
          <p:nvPr/>
        </p:nvSpPr>
        <p:spPr>
          <a:xfrm>
            <a:off x="3935697" y="6584405"/>
            <a:ext cx="5892800" cy="146304"/>
          </a:xfrm>
          <a:prstGeom prst="rect">
            <a:avLst/>
          </a:prstGeom>
        </p:spPr>
        <p:txBody>
          <a:bodyPr vert="horz" anchor="ctr"/>
          <a:lstStyle>
            <a:lvl1pPr marL="0" indent="0" algn="r" rtl="0" eaLnBrk="0" fontAlgn="base" hangingPunct="0">
              <a:lnSpc>
                <a:spcPct val="100000"/>
              </a:lnSpc>
              <a:spcBef>
                <a:spcPct val="0"/>
              </a:spcBef>
              <a:spcAft>
                <a:spcPts val="1200"/>
              </a:spcAft>
              <a:buFont typeface="Arial Black" charset="0"/>
              <a:buNone/>
              <a:defRPr sz="900" kern="1200">
                <a:solidFill>
                  <a:schemeClr val="tx1"/>
                </a:solidFill>
                <a:latin typeface="Rockwell"/>
                <a:ea typeface="MS PGothic" pitchFamily="34" charset="-128"/>
                <a:cs typeface="Rockwell"/>
              </a:defRPr>
            </a:lvl1pPr>
            <a:lvl2pPr marL="4572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2pPr>
            <a:lvl3pPr marL="6858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3pPr>
            <a:lvl4pPr marL="9144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4pPr>
            <a:lvl5pPr marL="1143000" indent="-228600" algn="l" rtl="0" eaLnBrk="0" fontAlgn="base" hangingPunct="0">
              <a:lnSpc>
                <a:spcPts val="2100"/>
              </a:lnSpc>
              <a:spcBef>
                <a:spcPct val="0"/>
              </a:spcBef>
              <a:spcAft>
                <a:spcPts val="1200"/>
              </a:spcAft>
              <a:buFont typeface="Cambria" charset="0"/>
              <a:buChar char="̶"/>
              <a:defRPr kern="1200">
                <a:solidFill>
                  <a:schemeClr val="tx1"/>
                </a:solidFill>
                <a:latin typeface="+mn-lt"/>
                <a:ea typeface="MS PGothic" pitchFamily="34" charset="-128"/>
                <a:cs typeface="MS PGothic" charset="0"/>
              </a:defRPr>
            </a:lvl5pPr>
            <a:lvl6pPr marL="1371600" indent="-228600" algn="l" defTabSz="914400" rtl="0" eaLnBrk="1" latinLnBrk="0" hangingPunct="1">
              <a:lnSpc>
                <a:spcPts val="2100"/>
              </a:lnSpc>
              <a:spcBef>
                <a:spcPts val="0"/>
              </a:spcBef>
              <a:spcAft>
                <a:spcPts val="1200"/>
              </a:spcAft>
              <a:buFont typeface="Arial Black" panose="020B0604020202020204" pitchFamily="34" charset="0"/>
              <a:buChar char="•"/>
              <a:defRPr sz="1800" kern="1200" baseline="0">
                <a:solidFill>
                  <a:schemeClr val="tx1"/>
                </a:solidFill>
                <a:latin typeface="+mn-lt"/>
                <a:ea typeface="+mn-ea"/>
                <a:cs typeface="+mn-cs"/>
              </a:defRPr>
            </a:lvl6pPr>
            <a:lvl7pPr marL="1600200" indent="-228600" algn="l" defTabSz="914400" rtl="0" eaLnBrk="1" latinLnBrk="0" hangingPunct="1">
              <a:lnSpc>
                <a:spcPts val="2100"/>
              </a:lnSpc>
              <a:spcBef>
                <a:spcPts val="0"/>
              </a:spcBef>
              <a:spcAft>
                <a:spcPts val="1200"/>
              </a:spcAft>
              <a:buFont typeface="Cambria" panose="02040503050406030204" pitchFamily="18" charset="0"/>
              <a:buChar char="̶"/>
              <a:defRPr sz="1800" kern="1200" baseline="0">
                <a:solidFill>
                  <a:schemeClr val="tx1"/>
                </a:solidFill>
                <a:latin typeface="+mn-lt"/>
                <a:ea typeface="+mn-ea"/>
                <a:cs typeface="+mn-cs"/>
              </a:defRPr>
            </a:lvl7pPr>
            <a:lvl8pPr marL="3429000" indent="-228600" algn="l" defTabSz="914400" rtl="0" eaLnBrk="1" latinLnBrk="0" hangingPunct="1">
              <a:spcBef>
                <a:spcPct val="20000"/>
              </a:spcBef>
              <a:buFont typeface="Arial Black"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Black" panose="020B0604020202020204" pitchFamily="34" charset="0"/>
              <a:buChar char="•"/>
              <a:defRPr sz="2000" kern="1200">
                <a:solidFill>
                  <a:schemeClr val="tx1"/>
                </a:solidFill>
                <a:latin typeface="+mn-lt"/>
                <a:ea typeface="+mn-ea"/>
                <a:cs typeface="+mn-cs"/>
              </a:defRPr>
            </a:lvl9pPr>
          </a:lstStyle>
          <a:p>
            <a:r>
              <a:rPr lang="en-US" sz="1200" b="0" i="0" dirty="0">
                <a:latin typeface="+mn-lt"/>
                <a:cs typeface="Cambria"/>
              </a:rPr>
              <a:t>Edit presentation title (View &gt; Slide Master)</a:t>
            </a:r>
          </a:p>
        </p:txBody>
      </p:sp>
      <p:sp>
        <p:nvSpPr>
          <p:cNvPr id="7" name="Rectangle 6">
            <a:extLst>
              <a:ext uri="{FF2B5EF4-FFF2-40B4-BE49-F238E27FC236}">
                <a16:creationId xmlns:a16="http://schemas.microsoft.com/office/drawing/2014/main" id="{596C8012-F6D2-6D4A-B16D-F7F4465FA2BC}"/>
              </a:ext>
            </a:extLst>
          </p:cNvPr>
          <p:cNvSpPr/>
          <p:nvPr/>
        </p:nvSpPr>
        <p:spPr>
          <a:xfrm>
            <a:off x="0" y="6488672"/>
            <a:ext cx="10225024" cy="369329"/>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DA8808-E4D8-3D30-79DA-9837159017F7}"/>
              </a:ext>
            </a:extLst>
          </p:cNvPr>
          <p:cNvSpPr/>
          <p:nvPr userDrawn="1"/>
        </p:nvSpPr>
        <p:spPr>
          <a:xfrm>
            <a:off x="0" y="6488672"/>
            <a:ext cx="10225024" cy="369329"/>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6777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General paragraph">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E732592-0415-8754-F22F-C4233D1CB4C0}"/>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10" name="Content Placeholder 2">
            <a:extLst>
              <a:ext uri="{FF2B5EF4-FFF2-40B4-BE49-F238E27FC236}">
                <a16:creationId xmlns:a16="http://schemas.microsoft.com/office/drawing/2014/main" id="{73D57D57-C068-78C5-BBB3-6136C09DD36D}"/>
              </a:ext>
            </a:extLst>
          </p:cNvPr>
          <p:cNvSpPr>
            <a:spLocks noGrp="1"/>
          </p:cNvSpPr>
          <p:nvPr>
            <p:ph sz="half" idx="1" hasCustomPrompt="1"/>
          </p:nvPr>
        </p:nvSpPr>
        <p:spPr>
          <a:xfrm>
            <a:off x="548218" y="1819063"/>
            <a:ext cx="11122756" cy="4427221"/>
          </a:xfrm>
          <a:prstGeom prst="rect">
            <a:avLst/>
          </a:prstGeom>
        </p:spPr>
        <p:txBody>
          <a:bodyPr lIns="0" rIns="0"/>
          <a:lstStyle>
            <a:lvl1pPr marL="0" indent="0">
              <a:lnSpc>
                <a:spcPct val="110000"/>
              </a:lnSpc>
              <a:spcAft>
                <a:spcPts val="800"/>
              </a:spcAft>
              <a:buFont typeface="Arial Black" panose="020B0604020202020204" pitchFamily="34" charset="0"/>
              <a:buNone/>
              <a:defRPr sz="2600" b="0" i="0" baseline="0">
                <a:latin typeface="+mn-lt"/>
              </a:defRPr>
            </a:lvl1pPr>
            <a:lvl2pPr marL="609584" indent="0">
              <a:lnSpc>
                <a:spcPct val="110000"/>
              </a:lnSpc>
              <a:spcAft>
                <a:spcPts val="800"/>
              </a:spcAft>
              <a:buFont typeface="Cambria" panose="02070309020205020404" pitchFamily="49" charset="0"/>
              <a:buNone/>
              <a:tabLst/>
              <a:defRPr sz="2200" b="0" i="0" baseline="0">
                <a:latin typeface="+mn-lt"/>
              </a:defRPr>
            </a:lvl2pPr>
            <a:lvl3pPr marL="1219169" indent="0">
              <a:lnSpc>
                <a:spcPct val="110000"/>
              </a:lnSpc>
              <a:spcAft>
                <a:spcPts val="800"/>
              </a:spcAft>
              <a:buFont typeface="Arial Black" panose="020B0604020202020204" pitchFamily="34" charset="0"/>
              <a:buNone/>
              <a:tabLst/>
              <a:defRPr sz="2200" b="0" i="0" baseline="0">
                <a:latin typeface="+mn-lt"/>
              </a:defRPr>
            </a:lvl3pPr>
            <a:lvl4pPr marL="1828754" indent="0">
              <a:lnSpc>
                <a:spcPct val="110000"/>
              </a:lnSpc>
              <a:spcAft>
                <a:spcPts val="800"/>
              </a:spcAft>
              <a:buFont typeface="Cambria" panose="02070309020205020404" pitchFamily="49" charset="0"/>
              <a:buNone/>
              <a:tabLst/>
              <a:defRPr sz="2200" b="0" i="0" baseline="0">
                <a:latin typeface="+mn-lt"/>
              </a:defRPr>
            </a:lvl4pPr>
            <a:lvl5pPr marL="2438339" indent="0">
              <a:lnSpc>
                <a:spcPct val="110000"/>
              </a:lnSpc>
              <a:spcAft>
                <a:spcPts val="800"/>
              </a:spcAft>
              <a:buFont typeface="Arial Black" panose="020B0604020202020204" pitchFamily="34" charset="0"/>
              <a:buNone/>
              <a:tabLst/>
              <a:defRPr sz="2200" b="0" i="0" baseline="0">
                <a:latin typeface="+mn-lt"/>
              </a:defRPr>
            </a:lvl5pPr>
          </a:lstStyle>
          <a:p>
            <a:pPr lvl="0"/>
            <a:r>
              <a:rPr lang="en-US" dirty="0"/>
              <a:t>Click to edit text</a:t>
            </a:r>
          </a:p>
        </p:txBody>
      </p:sp>
    </p:spTree>
    <p:extLst>
      <p:ext uri="{BB962C8B-B14F-4D97-AF65-F5344CB8AC3E}">
        <p14:creationId xmlns:p14="http://schemas.microsoft.com/office/powerpoint/2010/main" val="1543866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General paragraph_dim fram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CFB9A2-C4B8-F00B-3A46-29D1B0188A4E}"/>
              </a:ext>
            </a:extLst>
          </p:cNvPr>
          <p:cNvSpPr>
            <a:spLocks noGrp="1" noRot="1" noMove="1" noResize="1" noEditPoints="1" noAdjustHandles="1" noChangeArrowheads="1" noChangeShapeType="1"/>
          </p:cNvSpPr>
          <p:nvPr userDrawn="1"/>
        </p:nvSpPr>
        <p:spPr>
          <a:xfrm>
            <a:off x="365761" y="1647716"/>
            <a:ext cx="11563513" cy="4720755"/>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E380485D-6E68-76FD-B228-95E6B0B0F82B}"/>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7" name="Content Placeholder 2">
            <a:extLst>
              <a:ext uri="{FF2B5EF4-FFF2-40B4-BE49-F238E27FC236}">
                <a16:creationId xmlns:a16="http://schemas.microsoft.com/office/drawing/2014/main" id="{967EA1DE-7002-F701-C661-9782016A3A2C}"/>
              </a:ext>
            </a:extLst>
          </p:cNvPr>
          <p:cNvSpPr>
            <a:spLocks noGrp="1"/>
          </p:cNvSpPr>
          <p:nvPr>
            <p:ph sz="half" idx="1" hasCustomPrompt="1"/>
          </p:nvPr>
        </p:nvSpPr>
        <p:spPr>
          <a:xfrm>
            <a:off x="548218" y="1819063"/>
            <a:ext cx="11122756" cy="4427221"/>
          </a:xfrm>
          <a:prstGeom prst="rect">
            <a:avLst/>
          </a:prstGeom>
        </p:spPr>
        <p:txBody>
          <a:bodyPr lIns="0" rIns="0"/>
          <a:lstStyle>
            <a:lvl1pPr marL="0" indent="0">
              <a:lnSpc>
                <a:spcPct val="110000"/>
              </a:lnSpc>
              <a:spcAft>
                <a:spcPts val="800"/>
              </a:spcAft>
              <a:buFont typeface="Arial Black" panose="020B0604020202020204" pitchFamily="34" charset="0"/>
              <a:buNone/>
              <a:defRPr sz="2600" b="0" i="0" baseline="0">
                <a:latin typeface="+mn-lt"/>
              </a:defRPr>
            </a:lvl1pPr>
            <a:lvl2pPr marL="609584" indent="0">
              <a:lnSpc>
                <a:spcPct val="110000"/>
              </a:lnSpc>
              <a:spcAft>
                <a:spcPts val="800"/>
              </a:spcAft>
              <a:buFont typeface="Cambria" panose="02070309020205020404" pitchFamily="49" charset="0"/>
              <a:buNone/>
              <a:tabLst/>
              <a:defRPr sz="2200" b="0" i="0" baseline="0">
                <a:latin typeface="+mn-lt"/>
              </a:defRPr>
            </a:lvl2pPr>
            <a:lvl3pPr marL="1219169" indent="0">
              <a:lnSpc>
                <a:spcPct val="110000"/>
              </a:lnSpc>
              <a:spcAft>
                <a:spcPts val="800"/>
              </a:spcAft>
              <a:buFont typeface="Arial Black" panose="020B0604020202020204" pitchFamily="34" charset="0"/>
              <a:buNone/>
              <a:tabLst/>
              <a:defRPr sz="2200" b="0" i="0" baseline="0">
                <a:latin typeface="+mn-lt"/>
              </a:defRPr>
            </a:lvl3pPr>
            <a:lvl4pPr marL="1828754" indent="0">
              <a:lnSpc>
                <a:spcPct val="110000"/>
              </a:lnSpc>
              <a:spcAft>
                <a:spcPts val="800"/>
              </a:spcAft>
              <a:buFont typeface="Cambria" panose="02070309020205020404" pitchFamily="49" charset="0"/>
              <a:buNone/>
              <a:tabLst/>
              <a:defRPr sz="2200" b="0" i="0" baseline="0">
                <a:latin typeface="+mn-lt"/>
              </a:defRPr>
            </a:lvl4pPr>
            <a:lvl5pPr marL="2438339" indent="0">
              <a:lnSpc>
                <a:spcPct val="110000"/>
              </a:lnSpc>
              <a:spcAft>
                <a:spcPts val="800"/>
              </a:spcAft>
              <a:buFont typeface="Arial Black" panose="020B0604020202020204" pitchFamily="34" charset="0"/>
              <a:buNone/>
              <a:tabLst/>
              <a:defRPr sz="2200" b="0" i="0" baseline="0">
                <a:latin typeface="+mn-lt"/>
              </a:defRPr>
            </a:lvl5pPr>
          </a:lstStyle>
          <a:p>
            <a:pPr lvl="0"/>
            <a:r>
              <a:rPr lang="en-US" dirty="0"/>
              <a:t>Click to edit text</a:t>
            </a:r>
          </a:p>
        </p:txBody>
      </p:sp>
    </p:spTree>
    <p:extLst>
      <p:ext uri="{BB962C8B-B14F-4D97-AF65-F5344CB8AC3E}">
        <p14:creationId xmlns:p14="http://schemas.microsoft.com/office/powerpoint/2010/main" val="23134148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 bulleted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DA551E-10BC-F60C-26FD-40A1C548C681}"/>
              </a:ext>
            </a:extLst>
          </p:cNvPr>
          <p:cNvSpPr>
            <a:spLocks noGrp="1"/>
          </p:cNvSpPr>
          <p:nvPr>
            <p:ph sz="half" idx="16" hasCustomPrompt="1"/>
          </p:nvPr>
        </p:nvSpPr>
        <p:spPr>
          <a:xfrm>
            <a:off x="6196137" y="1817778"/>
            <a:ext cx="5445760" cy="4396756"/>
          </a:xfrm>
          <a:prstGeom prst="rect">
            <a:avLst/>
          </a:prstGeom>
        </p:spPr>
        <p:txBody>
          <a:bodyPr lIns="0" rIns="0"/>
          <a:lstStyle>
            <a:lvl1pPr marL="230712" indent="-230712">
              <a:lnSpc>
                <a:spcPct val="110000"/>
              </a:lnSpc>
              <a:spcAft>
                <a:spcPts val="800"/>
              </a:spcAft>
              <a:buFont typeface="Arial Black" panose="020B0604020202020204" pitchFamily="34" charset="0"/>
              <a:buChar char="•"/>
              <a:tabLst/>
              <a:defRPr sz="2400" b="0" i="0" baseline="0">
                <a:latin typeface="+mn-lt"/>
              </a:defRPr>
            </a:lvl1pPr>
            <a:lvl2pPr marL="922844" indent="-313259">
              <a:lnSpc>
                <a:spcPct val="110000"/>
              </a:lnSpc>
              <a:spcAft>
                <a:spcPts val="800"/>
              </a:spcAft>
              <a:buFont typeface="Cambria" panose="02070309020205020404" pitchFamily="49" charset="0"/>
              <a:buChar char="o"/>
              <a:tabLst/>
              <a:defRPr sz="2000" b="0" i="0" baseline="0">
                <a:latin typeface="+mn-lt"/>
              </a:defRPr>
            </a:lvl2pPr>
            <a:lvl3pPr marL="1454114" indent="-234945">
              <a:lnSpc>
                <a:spcPct val="110000"/>
              </a:lnSpc>
              <a:spcAft>
                <a:spcPts val="800"/>
              </a:spcAft>
              <a:buFont typeface="Arial Black" panose="020B0604020202020204" pitchFamily="34" charset="0"/>
              <a:buChar char="•"/>
              <a:tabLst/>
              <a:defRPr sz="2000" b="0" i="0" baseline="0">
                <a:latin typeface="+mn-lt"/>
              </a:defRPr>
            </a:lvl3pPr>
            <a:lvl4pPr marL="2065815" indent="-237061">
              <a:lnSpc>
                <a:spcPct val="110000"/>
              </a:lnSpc>
              <a:spcAft>
                <a:spcPts val="800"/>
              </a:spcAft>
              <a:buFont typeface="Cambria" panose="02070309020205020404" pitchFamily="49" charset="0"/>
              <a:buChar char="o"/>
              <a:tabLst/>
              <a:defRPr sz="2000" b="0" i="0" baseline="0">
                <a:latin typeface="+mn-lt"/>
              </a:defRPr>
            </a:lvl4pPr>
            <a:lvl5pPr marL="2669051" indent="-230712">
              <a:lnSpc>
                <a:spcPct val="110000"/>
              </a:lnSpc>
              <a:spcAft>
                <a:spcPts val="800"/>
              </a:spcAft>
              <a:buFont typeface="Arial Black" panose="020B0604020202020204" pitchFamily="34" charset="0"/>
              <a:buChar char="•"/>
              <a:tabLst/>
              <a:defRPr sz="20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1789FC-24BC-8EB3-F569-A78FA2745327}"/>
              </a:ext>
            </a:extLst>
          </p:cNvPr>
          <p:cNvSpPr>
            <a:spLocks noGrp="1"/>
          </p:cNvSpPr>
          <p:nvPr>
            <p:ph sz="half" idx="1" hasCustomPrompt="1"/>
          </p:nvPr>
        </p:nvSpPr>
        <p:spPr>
          <a:xfrm>
            <a:off x="548219" y="1817778"/>
            <a:ext cx="5445760" cy="4396756"/>
          </a:xfrm>
          <a:prstGeom prst="rect">
            <a:avLst/>
          </a:prstGeom>
        </p:spPr>
        <p:txBody>
          <a:bodyPr lIns="0" rIns="0"/>
          <a:lstStyle>
            <a:lvl1pPr marL="230712" indent="-230712">
              <a:lnSpc>
                <a:spcPct val="110000"/>
              </a:lnSpc>
              <a:spcAft>
                <a:spcPts val="800"/>
              </a:spcAft>
              <a:buFont typeface="Arial Black" panose="020B0604020202020204" pitchFamily="34" charset="0"/>
              <a:buChar char="•"/>
              <a:tabLst/>
              <a:defRPr sz="2400" b="0" i="0" baseline="0">
                <a:latin typeface="+mn-lt"/>
              </a:defRPr>
            </a:lvl1pPr>
            <a:lvl2pPr marL="922844" indent="-313259">
              <a:lnSpc>
                <a:spcPct val="110000"/>
              </a:lnSpc>
              <a:spcAft>
                <a:spcPts val="800"/>
              </a:spcAft>
              <a:buFont typeface="Cambria" panose="02070309020205020404" pitchFamily="49" charset="0"/>
              <a:buChar char="o"/>
              <a:tabLst/>
              <a:defRPr sz="2000" b="0" i="0" baseline="0">
                <a:latin typeface="+mn-lt"/>
              </a:defRPr>
            </a:lvl2pPr>
            <a:lvl3pPr marL="1454114" indent="-234945">
              <a:lnSpc>
                <a:spcPct val="110000"/>
              </a:lnSpc>
              <a:spcAft>
                <a:spcPts val="800"/>
              </a:spcAft>
              <a:buFont typeface="Arial Black" panose="020B0604020202020204" pitchFamily="34" charset="0"/>
              <a:buChar char="•"/>
              <a:tabLst/>
              <a:defRPr sz="2000" b="0" i="0" baseline="0">
                <a:latin typeface="+mn-lt"/>
              </a:defRPr>
            </a:lvl3pPr>
            <a:lvl4pPr marL="2065815" indent="-237061">
              <a:lnSpc>
                <a:spcPct val="110000"/>
              </a:lnSpc>
              <a:spcAft>
                <a:spcPts val="800"/>
              </a:spcAft>
              <a:buFont typeface="Cambria" panose="02070309020205020404" pitchFamily="49" charset="0"/>
              <a:buChar char="o"/>
              <a:tabLst/>
              <a:defRPr sz="2000" b="0" i="0" baseline="0">
                <a:latin typeface="+mn-lt"/>
              </a:defRPr>
            </a:lvl4pPr>
            <a:lvl5pPr marL="2669051" indent="-230712">
              <a:lnSpc>
                <a:spcPct val="110000"/>
              </a:lnSpc>
              <a:spcAft>
                <a:spcPts val="800"/>
              </a:spcAft>
              <a:buFont typeface="Arial Black" panose="020B0604020202020204" pitchFamily="34" charset="0"/>
              <a:buChar char="•"/>
              <a:tabLst/>
              <a:defRPr sz="20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DF8E702E-9292-2CEB-CA85-3DAB1B832559}"/>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Tree>
    <p:extLst>
      <p:ext uri="{BB962C8B-B14F-4D97-AF65-F5344CB8AC3E}">
        <p14:creationId xmlns:p14="http://schemas.microsoft.com/office/powerpoint/2010/main" val="264825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lumn bulleted list_dim fram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078B56-EB87-C8C6-0B11-8BA5EC82102D}"/>
              </a:ext>
            </a:extLst>
          </p:cNvPr>
          <p:cNvSpPr>
            <a:spLocks noGrp="1" noRot="1" noMove="1" noResize="1" noEditPoints="1" noAdjustHandles="1" noChangeArrowheads="1" noChangeShapeType="1"/>
          </p:cNvSpPr>
          <p:nvPr userDrawn="1"/>
        </p:nvSpPr>
        <p:spPr>
          <a:xfrm>
            <a:off x="365761" y="1647716"/>
            <a:ext cx="11563513" cy="4720755"/>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8D4B19-17FE-C9B2-0723-54EEEE678675}"/>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4" name="Content Placeholder 2">
            <a:extLst>
              <a:ext uri="{FF2B5EF4-FFF2-40B4-BE49-F238E27FC236}">
                <a16:creationId xmlns:a16="http://schemas.microsoft.com/office/drawing/2014/main" id="{CF37C00F-61AF-D79B-F89C-04DDB36E063B}"/>
              </a:ext>
            </a:extLst>
          </p:cNvPr>
          <p:cNvSpPr>
            <a:spLocks noGrp="1"/>
          </p:cNvSpPr>
          <p:nvPr>
            <p:ph sz="half" idx="16" hasCustomPrompt="1"/>
          </p:nvPr>
        </p:nvSpPr>
        <p:spPr>
          <a:xfrm>
            <a:off x="6196137" y="1817778"/>
            <a:ext cx="5445760" cy="4396756"/>
          </a:xfrm>
          <a:prstGeom prst="rect">
            <a:avLst/>
          </a:prstGeom>
        </p:spPr>
        <p:txBody>
          <a:bodyPr lIns="0" rIns="0"/>
          <a:lstStyle>
            <a:lvl1pPr marL="230712" indent="-230712">
              <a:lnSpc>
                <a:spcPct val="110000"/>
              </a:lnSpc>
              <a:spcAft>
                <a:spcPts val="800"/>
              </a:spcAft>
              <a:buFont typeface="Arial Black" panose="020B0604020202020204" pitchFamily="34" charset="0"/>
              <a:buChar char="•"/>
              <a:tabLst/>
              <a:defRPr sz="2400" b="0" i="0" baseline="0">
                <a:latin typeface="+mn-lt"/>
              </a:defRPr>
            </a:lvl1pPr>
            <a:lvl2pPr marL="922844" indent="-313259">
              <a:lnSpc>
                <a:spcPct val="110000"/>
              </a:lnSpc>
              <a:spcAft>
                <a:spcPts val="800"/>
              </a:spcAft>
              <a:buFont typeface="Cambria" panose="02070309020205020404" pitchFamily="49" charset="0"/>
              <a:buChar char="o"/>
              <a:tabLst/>
              <a:defRPr sz="2000" b="0" i="0" baseline="0">
                <a:latin typeface="+mn-lt"/>
              </a:defRPr>
            </a:lvl2pPr>
            <a:lvl3pPr marL="1454114" indent="-234945">
              <a:lnSpc>
                <a:spcPct val="110000"/>
              </a:lnSpc>
              <a:spcAft>
                <a:spcPts val="800"/>
              </a:spcAft>
              <a:buFont typeface="Arial Black" panose="020B0604020202020204" pitchFamily="34" charset="0"/>
              <a:buChar char="•"/>
              <a:tabLst/>
              <a:defRPr sz="2000" b="0" i="0" baseline="0">
                <a:latin typeface="+mn-lt"/>
              </a:defRPr>
            </a:lvl3pPr>
            <a:lvl4pPr marL="2065815" indent="-237061">
              <a:lnSpc>
                <a:spcPct val="110000"/>
              </a:lnSpc>
              <a:spcAft>
                <a:spcPts val="800"/>
              </a:spcAft>
              <a:buFont typeface="Cambria" panose="02070309020205020404" pitchFamily="49" charset="0"/>
              <a:buChar char="o"/>
              <a:tabLst/>
              <a:defRPr sz="2000" b="0" i="0" baseline="0">
                <a:latin typeface="+mn-lt"/>
              </a:defRPr>
            </a:lvl4pPr>
            <a:lvl5pPr marL="2669051" indent="-230712">
              <a:lnSpc>
                <a:spcPct val="110000"/>
              </a:lnSpc>
              <a:spcAft>
                <a:spcPts val="800"/>
              </a:spcAft>
              <a:buFont typeface="Arial Black" panose="020B0604020202020204" pitchFamily="34" charset="0"/>
              <a:buChar char="•"/>
              <a:tabLst/>
              <a:defRPr sz="20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A84F59DA-3B7C-6FC3-3106-C8459CBDCCA0}"/>
              </a:ext>
            </a:extLst>
          </p:cNvPr>
          <p:cNvSpPr>
            <a:spLocks noGrp="1"/>
          </p:cNvSpPr>
          <p:nvPr>
            <p:ph sz="half" idx="1" hasCustomPrompt="1"/>
          </p:nvPr>
        </p:nvSpPr>
        <p:spPr>
          <a:xfrm>
            <a:off x="548219" y="1817778"/>
            <a:ext cx="5445760" cy="4396756"/>
          </a:xfrm>
          <a:prstGeom prst="rect">
            <a:avLst/>
          </a:prstGeom>
        </p:spPr>
        <p:txBody>
          <a:bodyPr lIns="0" rIns="0"/>
          <a:lstStyle>
            <a:lvl1pPr marL="230712" indent="-230712">
              <a:lnSpc>
                <a:spcPct val="110000"/>
              </a:lnSpc>
              <a:spcAft>
                <a:spcPts val="800"/>
              </a:spcAft>
              <a:buFont typeface="Arial Black" panose="020B0604020202020204" pitchFamily="34" charset="0"/>
              <a:buChar char="•"/>
              <a:tabLst/>
              <a:defRPr sz="2400" b="0" i="0" baseline="0">
                <a:latin typeface="+mn-lt"/>
              </a:defRPr>
            </a:lvl1pPr>
            <a:lvl2pPr marL="922844" indent="-313259">
              <a:lnSpc>
                <a:spcPct val="110000"/>
              </a:lnSpc>
              <a:spcAft>
                <a:spcPts val="800"/>
              </a:spcAft>
              <a:buFont typeface="Cambria" panose="02070309020205020404" pitchFamily="49" charset="0"/>
              <a:buChar char="o"/>
              <a:tabLst/>
              <a:defRPr sz="2000" b="0" i="0" baseline="0">
                <a:latin typeface="+mn-lt"/>
              </a:defRPr>
            </a:lvl2pPr>
            <a:lvl3pPr marL="1454114" indent="-234945">
              <a:lnSpc>
                <a:spcPct val="110000"/>
              </a:lnSpc>
              <a:spcAft>
                <a:spcPts val="800"/>
              </a:spcAft>
              <a:buFont typeface="Arial Black" panose="020B0604020202020204" pitchFamily="34" charset="0"/>
              <a:buChar char="•"/>
              <a:tabLst/>
              <a:defRPr sz="2000" b="0" i="0" baseline="0">
                <a:latin typeface="+mn-lt"/>
              </a:defRPr>
            </a:lvl3pPr>
            <a:lvl4pPr marL="2065815" indent="-237061">
              <a:lnSpc>
                <a:spcPct val="110000"/>
              </a:lnSpc>
              <a:spcAft>
                <a:spcPts val="800"/>
              </a:spcAft>
              <a:buFont typeface="Cambria" panose="02070309020205020404" pitchFamily="49" charset="0"/>
              <a:buChar char="o"/>
              <a:tabLst/>
              <a:defRPr sz="2000" b="0" i="0" baseline="0">
                <a:latin typeface="+mn-lt"/>
              </a:defRPr>
            </a:lvl4pPr>
            <a:lvl5pPr marL="2669051" indent="-230712">
              <a:lnSpc>
                <a:spcPct val="110000"/>
              </a:lnSpc>
              <a:spcAft>
                <a:spcPts val="800"/>
              </a:spcAft>
              <a:buFont typeface="Arial Black" panose="020B0604020202020204" pitchFamily="34" charset="0"/>
              <a:buChar char="•"/>
              <a:tabLst/>
              <a:defRPr sz="20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14093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lumn bulleted list with headin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5092E67C-6F62-8AA7-426D-A9BEC78E2263}"/>
              </a:ext>
            </a:extLst>
          </p:cNvPr>
          <p:cNvSpPr>
            <a:spLocks noGrp="1"/>
          </p:cNvSpPr>
          <p:nvPr>
            <p:ph sz="half" idx="16" hasCustomPrompt="1"/>
          </p:nvPr>
        </p:nvSpPr>
        <p:spPr>
          <a:xfrm>
            <a:off x="6196137" y="2580610"/>
            <a:ext cx="5445760" cy="3631369"/>
          </a:xfrm>
          <a:prstGeom prst="rect">
            <a:avLst/>
          </a:prstGeom>
        </p:spPr>
        <p:txBody>
          <a:bodyPr lIns="0" rIns="0"/>
          <a:lstStyle>
            <a:lvl1pPr marL="230712" indent="-230712">
              <a:lnSpc>
                <a:spcPct val="110000"/>
              </a:lnSpc>
              <a:spcAft>
                <a:spcPts val="800"/>
              </a:spcAft>
              <a:buFont typeface="Arial Black" panose="020B0604020202020204" pitchFamily="34" charset="0"/>
              <a:buChar char="•"/>
              <a:tabLst/>
              <a:defRPr sz="2400" b="0" i="0" baseline="0">
                <a:latin typeface="+mn-lt"/>
              </a:defRPr>
            </a:lvl1pPr>
            <a:lvl2pPr marL="922844" indent="-313259">
              <a:lnSpc>
                <a:spcPct val="110000"/>
              </a:lnSpc>
              <a:spcAft>
                <a:spcPts val="800"/>
              </a:spcAft>
              <a:buFont typeface="Cambria" panose="02070309020205020404" pitchFamily="49" charset="0"/>
              <a:buChar char="o"/>
              <a:tabLst/>
              <a:defRPr sz="2000" b="0" i="0" baseline="0">
                <a:latin typeface="+mn-lt"/>
              </a:defRPr>
            </a:lvl2pPr>
            <a:lvl3pPr marL="1454114" indent="-234945">
              <a:lnSpc>
                <a:spcPct val="110000"/>
              </a:lnSpc>
              <a:spcAft>
                <a:spcPts val="800"/>
              </a:spcAft>
              <a:buFont typeface="Arial Black" panose="020B0604020202020204" pitchFamily="34" charset="0"/>
              <a:buChar char="•"/>
              <a:tabLst/>
              <a:defRPr sz="2000" b="0" i="0" baseline="0">
                <a:latin typeface="+mn-lt"/>
              </a:defRPr>
            </a:lvl3pPr>
            <a:lvl4pPr marL="2065815" indent="-237061">
              <a:lnSpc>
                <a:spcPct val="110000"/>
              </a:lnSpc>
              <a:spcAft>
                <a:spcPts val="800"/>
              </a:spcAft>
              <a:buFont typeface="Cambria" panose="02070309020205020404" pitchFamily="49" charset="0"/>
              <a:buChar char="o"/>
              <a:tabLst/>
              <a:defRPr sz="2000" b="0" i="0" baseline="0">
                <a:latin typeface="+mn-lt"/>
              </a:defRPr>
            </a:lvl4pPr>
            <a:lvl5pPr marL="2669051" indent="-230712">
              <a:lnSpc>
                <a:spcPct val="110000"/>
              </a:lnSpc>
              <a:spcAft>
                <a:spcPts val="800"/>
              </a:spcAft>
              <a:buFont typeface="Arial Black" panose="020B0604020202020204" pitchFamily="34" charset="0"/>
              <a:buChar char="•"/>
              <a:tabLst/>
              <a:defRPr sz="20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86DECCF0-4A90-961D-C532-85DE0103B2C8}"/>
              </a:ext>
            </a:extLst>
          </p:cNvPr>
          <p:cNvSpPr>
            <a:spLocks noGrp="1"/>
          </p:cNvSpPr>
          <p:nvPr>
            <p:ph sz="half" idx="17" hasCustomPrompt="1"/>
          </p:nvPr>
        </p:nvSpPr>
        <p:spPr>
          <a:xfrm>
            <a:off x="548219" y="2580610"/>
            <a:ext cx="5445760" cy="3631369"/>
          </a:xfrm>
          <a:prstGeom prst="rect">
            <a:avLst/>
          </a:prstGeom>
        </p:spPr>
        <p:txBody>
          <a:bodyPr lIns="0" rIns="0"/>
          <a:lstStyle>
            <a:lvl1pPr marL="230712" indent="-230712">
              <a:lnSpc>
                <a:spcPct val="110000"/>
              </a:lnSpc>
              <a:spcAft>
                <a:spcPts val="800"/>
              </a:spcAft>
              <a:buFont typeface="Arial Black" panose="020B0604020202020204" pitchFamily="34" charset="0"/>
              <a:buChar char="•"/>
              <a:tabLst/>
              <a:defRPr sz="2400" b="0" i="0" baseline="0">
                <a:latin typeface="+mn-lt"/>
              </a:defRPr>
            </a:lvl1pPr>
            <a:lvl2pPr marL="922844" indent="-313259">
              <a:lnSpc>
                <a:spcPct val="110000"/>
              </a:lnSpc>
              <a:spcAft>
                <a:spcPts val="800"/>
              </a:spcAft>
              <a:buFont typeface="Cambria" panose="02070309020205020404" pitchFamily="49" charset="0"/>
              <a:buChar char="o"/>
              <a:tabLst/>
              <a:defRPr sz="2000" b="0" i="0" baseline="0">
                <a:latin typeface="+mn-lt"/>
              </a:defRPr>
            </a:lvl2pPr>
            <a:lvl3pPr marL="1454114" indent="-234945">
              <a:lnSpc>
                <a:spcPct val="110000"/>
              </a:lnSpc>
              <a:spcAft>
                <a:spcPts val="800"/>
              </a:spcAft>
              <a:buFont typeface="Arial Black" panose="020B0604020202020204" pitchFamily="34" charset="0"/>
              <a:buChar char="•"/>
              <a:tabLst/>
              <a:defRPr sz="2000" b="0" i="0" baseline="0">
                <a:latin typeface="+mn-lt"/>
              </a:defRPr>
            </a:lvl3pPr>
            <a:lvl4pPr marL="2065815" indent="-237061">
              <a:lnSpc>
                <a:spcPct val="110000"/>
              </a:lnSpc>
              <a:spcAft>
                <a:spcPts val="800"/>
              </a:spcAft>
              <a:buFont typeface="Cambria" panose="02070309020205020404" pitchFamily="49" charset="0"/>
              <a:buChar char="o"/>
              <a:tabLst/>
              <a:defRPr sz="2000" b="0" i="0" baseline="0">
                <a:latin typeface="+mn-lt"/>
              </a:defRPr>
            </a:lvl4pPr>
            <a:lvl5pPr marL="2669051" indent="-230712">
              <a:lnSpc>
                <a:spcPct val="110000"/>
              </a:lnSpc>
              <a:spcAft>
                <a:spcPts val="800"/>
              </a:spcAft>
              <a:buFont typeface="Arial Black" panose="020B0604020202020204" pitchFamily="34" charset="0"/>
              <a:buChar char="•"/>
              <a:tabLst/>
              <a:defRPr sz="20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12">
            <a:extLst>
              <a:ext uri="{FF2B5EF4-FFF2-40B4-BE49-F238E27FC236}">
                <a16:creationId xmlns:a16="http://schemas.microsoft.com/office/drawing/2014/main" id="{33E9511D-E515-B03E-237B-E62AEC5133E6}"/>
              </a:ext>
            </a:extLst>
          </p:cNvPr>
          <p:cNvSpPr>
            <a:spLocks noGrp="1"/>
          </p:cNvSpPr>
          <p:nvPr>
            <p:ph type="body" sz="quarter" idx="13" hasCustomPrompt="1"/>
          </p:nvPr>
        </p:nvSpPr>
        <p:spPr>
          <a:xfrm>
            <a:off x="548640" y="1817778"/>
            <a:ext cx="5445760" cy="654489"/>
          </a:xfrm>
          <a:prstGeom prst="rect">
            <a:avLst/>
          </a:prstGeom>
        </p:spPr>
        <p:txBody>
          <a:bodyPr vert="horz" lIns="0">
            <a:normAutofit/>
          </a:bodyPr>
          <a:lstStyle>
            <a:lvl1pPr algn="l">
              <a:lnSpc>
                <a:spcPct val="110000"/>
              </a:lnSpc>
              <a:spcAft>
                <a:spcPts val="800"/>
              </a:spcAft>
              <a:defRPr sz="3000" b="0" i="0">
                <a:latin typeface="Rockwell" panose="02060603020205020403" pitchFamily="18" charset="77"/>
                <a:cs typeface="Rockwell" panose="02060603020205020403" pitchFamily="18" charset="77"/>
              </a:defRPr>
            </a:lvl1pPr>
            <a:lvl2pPr marL="304792" indent="0" algn="l">
              <a:lnSpc>
                <a:spcPct val="120000"/>
              </a:lnSpc>
              <a:spcAft>
                <a:spcPts val="800"/>
              </a:spcAft>
              <a:buFont typeface="+mj-lt"/>
              <a:buNone/>
              <a:defRPr sz="2667">
                <a:latin typeface="Rockwell"/>
                <a:cs typeface="Rockwell"/>
              </a:defRPr>
            </a:lvl2pPr>
            <a:lvl3pPr marL="816844" indent="0" algn="l">
              <a:lnSpc>
                <a:spcPct val="120000"/>
              </a:lnSpc>
              <a:spcAft>
                <a:spcPts val="800"/>
              </a:spcAft>
              <a:buFont typeface="+mj-lt"/>
              <a:buNone/>
              <a:defRPr sz="2133">
                <a:latin typeface="Rockwell"/>
                <a:cs typeface="Rockwell"/>
              </a:defRPr>
            </a:lvl3pPr>
            <a:lvl4pPr marL="1304511" indent="0" algn="l">
              <a:lnSpc>
                <a:spcPct val="120000"/>
              </a:lnSpc>
              <a:spcAft>
                <a:spcPts val="800"/>
              </a:spcAft>
              <a:buFont typeface="+mj-lt"/>
              <a:buNone/>
              <a:defRPr sz="2133">
                <a:latin typeface="Rockwell"/>
                <a:cs typeface="Rockwell"/>
              </a:defRPr>
            </a:lvl4pPr>
            <a:lvl5pPr marL="1792179" indent="0" algn="l">
              <a:lnSpc>
                <a:spcPct val="120000"/>
              </a:lnSpc>
              <a:spcAft>
                <a:spcPts val="800"/>
              </a:spcAft>
              <a:buFont typeface="+mj-lt"/>
              <a:buNone/>
              <a:defRPr sz="1867">
                <a:latin typeface="Rockwell"/>
                <a:cs typeface="Rockwell"/>
              </a:defRPr>
            </a:lvl5pPr>
          </a:lstStyle>
          <a:p>
            <a:pPr lvl="0"/>
            <a:r>
              <a:rPr lang="en-US" dirty="0"/>
              <a:t>Click to edit text</a:t>
            </a:r>
          </a:p>
        </p:txBody>
      </p:sp>
      <p:sp>
        <p:nvSpPr>
          <p:cNvPr id="5" name="Text Placeholder 12">
            <a:extLst>
              <a:ext uri="{FF2B5EF4-FFF2-40B4-BE49-F238E27FC236}">
                <a16:creationId xmlns:a16="http://schemas.microsoft.com/office/drawing/2014/main" id="{E9E4BB5D-77C4-23C6-6E3D-734ED0173CE7}"/>
              </a:ext>
            </a:extLst>
          </p:cNvPr>
          <p:cNvSpPr>
            <a:spLocks noGrp="1"/>
          </p:cNvSpPr>
          <p:nvPr>
            <p:ph type="body" sz="quarter" idx="14" hasCustomPrompt="1"/>
          </p:nvPr>
        </p:nvSpPr>
        <p:spPr>
          <a:xfrm>
            <a:off x="6197600" y="1817778"/>
            <a:ext cx="5445760" cy="654489"/>
          </a:xfrm>
          <a:prstGeom prst="rect">
            <a:avLst/>
          </a:prstGeom>
        </p:spPr>
        <p:txBody>
          <a:bodyPr vert="horz" lIns="0">
            <a:normAutofit/>
          </a:bodyPr>
          <a:lstStyle>
            <a:lvl1pPr algn="l">
              <a:lnSpc>
                <a:spcPct val="110000"/>
              </a:lnSpc>
              <a:spcAft>
                <a:spcPts val="800"/>
              </a:spcAft>
              <a:defRPr sz="3000" b="0" i="0">
                <a:latin typeface="Rockwell" panose="02060603020205020403" pitchFamily="18" charset="77"/>
                <a:cs typeface="Rockwell" panose="02060603020205020403" pitchFamily="18" charset="77"/>
              </a:defRPr>
            </a:lvl1pPr>
            <a:lvl2pPr marL="792460" indent="-487668" algn="l">
              <a:lnSpc>
                <a:spcPct val="120000"/>
              </a:lnSpc>
              <a:spcAft>
                <a:spcPts val="800"/>
              </a:spcAft>
              <a:buFont typeface="+mj-lt"/>
              <a:buAutoNum type="arabicPeriod"/>
              <a:defRPr sz="2667">
                <a:latin typeface="Rockwell"/>
                <a:cs typeface="Rockwell"/>
              </a:defRPr>
            </a:lvl2pPr>
            <a:lvl3pPr marL="1219170" indent="-402326" algn="l">
              <a:lnSpc>
                <a:spcPct val="120000"/>
              </a:lnSpc>
              <a:spcAft>
                <a:spcPts val="800"/>
              </a:spcAft>
              <a:buFont typeface="+mj-lt"/>
              <a:buAutoNum type="arabicPeriod"/>
              <a:defRPr sz="2133">
                <a:latin typeface="Rockwell"/>
                <a:cs typeface="Rockwell"/>
              </a:defRPr>
            </a:lvl3pPr>
            <a:lvl4pPr marL="1706837" indent="-402326" algn="l">
              <a:lnSpc>
                <a:spcPct val="120000"/>
              </a:lnSpc>
              <a:spcAft>
                <a:spcPts val="800"/>
              </a:spcAft>
              <a:buFont typeface="+mj-lt"/>
              <a:buAutoNum type="arabicPeriod"/>
              <a:defRPr sz="2133">
                <a:latin typeface="Rockwell"/>
                <a:cs typeface="Rockwell"/>
              </a:defRPr>
            </a:lvl4pPr>
            <a:lvl5pPr marL="2194505" indent="-402326" algn="l">
              <a:lnSpc>
                <a:spcPct val="120000"/>
              </a:lnSpc>
              <a:spcAft>
                <a:spcPts val="800"/>
              </a:spcAft>
              <a:buFont typeface="+mj-lt"/>
              <a:buAutoNum type="arabicPeriod"/>
              <a:defRPr sz="1867">
                <a:latin typeface="Rockwell"/>
                <a:cs typeface="Rockwell"/>
              </a:defRPr>
            </a:lvl5pPr>
          </a:lstStyle>
          <a:p>
            <a:pPr lvl="0"/>
            <a:r>
              <a:rPr lang="en-US" dirty="0"/>
              <a:t>Click to edit text</a:t>
            </a:r>
          </a:p>
        </p:txBody>
      </p:sp>
      <p:sp>
        <p:nvSpPr>
          <p:cNvPr id="3" name="Title 1">
            <a:extLst>
              <a:ext uri="{FF2B5EF4-FFF2-40B4-BE49-F238E27FC236}">
                <a16:creationId xmlns:a16="http://schemas.microsoft.com/office/drawing/2014/main" id="{4519C1D7-6340-8D10-9C00-D04C17B2E637}"/>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Tree>
    <p:extLst>
      <p:ext uri="{BB962C8B-B14F-4D97-AF65-F5344CB8AC3E}">
        <p14:creationId xmlns:p14="http://schemas.microsoft.com/office/powerpoint/2010/main" val="774984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olumn bulleted list with heading_dim fram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BBF2A9-0F96-53C2-776A-05AB5974E84E}"/>
              </a:ext>
            </a:extLst>
          </p:cNvPr>
          <p:cNvSpPr>
            <a:spLocks noGrp="1" noRot="1" noMove="1" noResize="1" noEditPoints="1" noAdjustHandles="1" noChangeArrowheads="1" noChangeShapeType="1"/>
          </p:cNvSpPr>
          <p:nvPr/>
        </p:nvSpPr>
        <p:spPr>
          <a:xfrm>
            <a:off x="365761" y="1647716"/>
            <a:ext cx="11563513" cy="4720755"/>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2">
            <a:extLst>
              <a:ext uri="{FF2B5EF4-FFF2-40B4-BE49-F238E27FC236}">
                <a16:creationId xmlns:a16="http://schemas.microsoft.com/office/drawing/2014/main" id="{33E9511D-E515-B03E-237B-E62AEC5133E6}"/>
              </a:ext>
            </a:extLst>
          </p:cNvPr>
          <p:cNvSpPr>
            <a:spLocks noGrp="1"/>
          </p:cNvSpPr>
          <p:nvPr>
            <p:ph type="body" sz="quarter" idx="13" hasCustomPrompt="1"/>
          </p:nvPr>
        </p:nvSpPr>
        <p:spPr>
          <a:xfrm>
            <a:off x="548640" y="1817778"/>
            <a:ext cx="5445760" cy="654489"/>
          </a:xfrm>
          <a:prstGeom prst="rect">
            <a:avLst/>
          </a:prstGeom>
        </p:spPr>
        <p:txBody>
          <a:bodyPr vert="horz" lIns="0">
            <a:normAutofit/>
          </a:bodyPr>
          <a:lstStyle>
            <a:lvl1pPr algn="l">
              <a:lnSpc>
                <a:spcPct val="110000"/>
              </a:lnSpc>
              <a:spcAft>
                <a:spcPts val="800"/>
              </a:spcAft>
              <a:defRPr sz="3000" b="0" i="0">
                <a:latin typeface="Rockwell" panose="02060603020205020403" pitchFamily="18" charset="77"/>
                <a:cs typeface="Rockwell" panose="02060603020205020403" pitchFamily="18" charset="77"/>
              </a:defRPr>
            </a:lvl1pPr>
            <a:lvl2pPr marL="304792" indent="0" algn="l">
              <a:lnSpc>
                <a:spcPct val="120000"/>
              </a:lnSpc>
              <a:spcAft>
                <a:spcPts val="800"/>
              </a:spcAft>
              <a:buFont typeface="+mj-lt"/>
              <a:buNone/>
              <a:defRPr sz="2667">
                <a:latin typeface="Rockwell"/>
                <a:cs typeface="Rockwell"/>
              </a:defRPr>
            </a:lvl2pPr>
            <a:lvl3pPr marL="816844" indent="0" algn="l">
              <a:lnSpc>
                <a:spcPct val="120000"/>
              </a:lnSpc>
              <a:spcAft>
                <a:spcPts val="800"/>
              </a:spcAft>
              <a:buFont typeface="+mj-lt"/>
              <a:buNone/>
              <a:defRPr sz="2133">
                <a:latin typeface="Rockwell"/>
                <a:cs typeface="Rockwell"/>
              </a:defRPr>
            </a:lvl3pPr>
            <a:lvl4pPr marL="1304511" indent="0" algn="l">
              <a:lnSpc>
                <a:spcPct val="120000"/>
              </a:lnSpc>
              <a:spcAft>
                <a:spcPts val="800"/>
              </a:spcAft>
              <a:buFont typeface="+mj-lt"/>
              <a:buNone/>
              <a:defRPr sz="2133">
                <a:latin typeface="Rockwell"/>
                <a:cs typeface="Rockwell"/>
              </a:defRPr>
            </a:lvl4pPr>
            <a:lvl5pPr marL="1792179" indent="0" algn="l">
              <a:lnSpc>
                <a:spcPct val="120000"/>
              </a:lnSpc>
              <a:spcAft>
                <a:spcPts val="800"/>
              </a:spcAft>
              <a:buFont typeface="+mj-lt"/>
              <a:buNone/>
              <a:defRPr sz="1867">
                <a:latin typeface="Rockwell"/>
                <a:cs typeface="Rockwell"/>
              </a:defRPr>
            </a:lvl5pPr>
          </a:lstStyle>
          <a:p>
            <a:pPr lvl="0"/>
            <a:r>
              <a:rPr lang="en-US" dirty="0"/>
              <a:t>Click to edit text</a:t>
            </a:r>
          </a:p>
        </p:txBody>
      </p:sp>
      <p:sp>
        <p:nvSpPr>
          <p:cNvPr id="5" name="Text Placeholder 12">
            <a:extLst>
              <a:ext uri="{FF2B5EF4-FFF2-40B4-BE49-F238E27FC236}">
                <a16:creationId xmlns:a16="http://schemas.microsoft.com/office/drawing/2014/main" id="{E9E4BB5D-77C4-23C6-6E3D-734ED0173CE7}"/>
              </a:ext>
            </a:extLst>
          </p:cNvPr>
          <p:cNvSpPr>
            <a:spLocks noGrp="1"/>
          </p:cNvSpPr>
          <p:nvPr>
            <p:ph type="body" sz="quarter" idx="14" hasCustomPrompt="1"/>
          </p:nvPr>
        </p:nvSpPr>
        <p:spPr>
          <a:xfrm>
            <a:off x="6197600" y="1817778"/>
            <a:ext cx="5445760" cy="654489"/>
          </a:xfrm>
          <a:prstGeom prst="rect">
            <a:avLst/>
          </a:prstGeom>
        </p:spPr>
        <p:txBody>
          <a:bodyPr vert="horz" lIns="0">
            <a:normAutofit/>
          </a:bodyPr>
          <a:lstStyle>
            <a:lvl1pPr algn="l">
              <a:lnSpc>
                <a:spcPct val="110000"/>
              </a:lnSpc>
              <a:spcAft>
                <a:spcPts val="800"/>
              </a:spcAft>
              <a:defRPr sz="3000" b="0" i="0">
                <a:latin typeface="Rockwell" panose="02060603020205020403" pitchFamily="18" charset="77"/>
                <a:cs typeface="Rockwell" panose="02060603020205020403" pitchFamily="18" charset="77"/>
              </a:defRPr>
            </a:lvl1pPr>
            <a:lvl2pPr marL="792460" indent="-487668" algn="l">
              <a:lnSpc>
                <a:spcPct val="120000"/>
              </a:lnSpc>
              <a:spcAft>
                <a:spcPts val="800"/>
              </a:spcAft>
              <a:buFont typeface="+mj-lt"/>
              <a:buAutoNum type="arabicPeriod"/>
              <a:defRPr sz="2667">
                <a:latin typeface="Rockwell"/>
                <a:cs typeface="Rockwell"/>
              </a:defRPr>
            </a:lvl2pPr>
            <a:lvl3pPr marL="1219170" indent="-402326" algn="l">
              <a:lnSpc>
                <a:spcPct val="120000"/>
              </a:lnSpc>
              <a:spcAft>
                <a:spcPts val="800"/>
              </a:spcAft>
              <a:buFont typeface="+mj-lt"/>
              <a:buAutoNum type="arabicPeriod"/>
              <a:defRPr sz="2133">
                <a:latin typeface="Rockwell"/>
                <a:cs typeface="Rockwell"/>
              </a:defRPr>
            </a:lvl3pPr>
            <a:lvl4pPr marL="1706837" indent="-402326" algn="l">
              <a:lnSpc>
                <a:spcPct val="120000"/>
              </a:lnSpc>
              <a:spcAft>
                <a:spcPts val="800"/>
              </a:spcAft>
              <a:buFont typeface="+mj-lt"/>
              <a:buAutoNum type="arabicPeriod"/>
              <a:defRPr sz="2133">
                <a:latin typeface="Rockwell"/>
                <a:cs typeface="Rockwell"/>
              </a:defRPr>
            </a:lvl4pPr>
            <a:lvl5pPr marL="2194505" indent="-402326" algn="l">
              <a:lnSpc>
                <a:spcPct val="120000"/>
              </a:lnSpc>
              <a:spcAft>
                <a:spcPts val="800"/>
              </a:spcAft>
              <a:buFont typeface="+mj-lt"/>
              <a:buAutoNum type="arabicPeriod"/>
              <a:defRPr sz="1867">
                <a:latin typeface="Rockwell"/>
                <a:cs typeface="Rockwell"/>
              </a:defRPr>
            </a:lvl5pPr>
          </a:lstStyle>
          <a:p>
            <a:pPr lvl="0"/>
            <a:r>
              <a:rPr lang="en-US" dirty="0"/>
              <a:t>Click to edit text</a:t>
            </a:r>
          </a:p>
        </p:txBody>
      </p:sp>
      <p:sp>
        <p:nvSpPr>
          <p:cNvPr id="3" name="Title 1">
            <a:extLst>
              <a:ext uri="{FF2B5EF4-FFF2-40B4-BE49-F238E27FC236}">
                <a16:creationId xmlns:a16="http://schemas.microsoft.com/office/drawing/2014/main" id="{ABEAD104-7F54-3AFB-1BEF-680BEF1D6792}"/>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6" name="Content Placeholder 2">
            <a:extLst>
              <a:ext uri="{FF2B5EF4-FFF2-40B4-BE49-F238E27FC236}">
                <a16:creationId xmlns:a16="http://schemas.microsoft.com/office/drawing/2014/main" id="{524A28E1-C595-82E5-9780-F8A58E038F63}"/>
              </a:ext>
            </a:extLst>
          </p:cNvPr>
          <p:cNvSpPr>
            <a:spLocks noGrp="1"/>
          </p:cNvSpPr>
          <p:nvPr>
            <p:ph sz="half" idx="16" hasCustomPrompt="1"/>
          </p:nvPr>
        </p:nvSpPr>
        <p:spPr>
          <a:xfrm>
            <a:off x="6196137" y="2580610"/>
            <a:ext cx="5445760" cy="3631369"/>
          </a:xfrm>
          <a:prstGeom prst="rect">
            <a:avLst/>
          </a:prstGeom>
        </p:spPr>
        <p:txBody>
          <a:bodyPr lIns="0" rIns="0"/>
          <a:lstStyle>
            <a:lvl1pPr marL="230712" indent="-230712">
              <a:lnSpc>
                <a:spcPct val="110000"/>
              </a:lnSpc>
              <a:spcAft>
                <a:spcPts val="800"/>
              </a:spcAft>
              <a:buFont typeface="Arial Black" panose="020B0604020202020204" pitchFamily="34" charset="0"/>
              <a:buChar char="•"/>
              <a:tabLst/>
              <a:defRPr sz="2400" b="0" i="0" baseline="0">
                <a:latin typeface="+mn-lt"/>
              </a:defRPr>
            </a:lvl1pPr>
            <a:lvl2pPr marL="922844" indent="-313259">
              <a:lnSpc>
                <a:spcPct val="110000"/>
              </a:lnSpc>
              <a:spcAft>
                <a:spcPts val="800"/>
              </a:spcAft>
              <a:buFont typeface="Cambria" panose="02070309020205020404" pitchFamily="49" charset="0"/>
              <a:buChar char="o"/>
              <a:tabLst/>
              <a:defRPr sz="2000" b="0" i="0" baseline="0">
                <a:latin typeface="+mn-lt"/>
              </a:defRPr>
            </a:lvl2pPr>
            <a:lvl3pPr marL="1454114" indent="-234945">
              <a:lnSpc>
                <a:spcPct val="110000"/>
              </a:lnSpc>
              <a:spcAft>
                <a:spcPts val="800"/>
              </a:spcAft>
              <a:buFont typeface="Arial Black" panose="020B0604020202020204" pitchFamily="34" charset="0"/>
              <a:buChar char="•"/>
              <a:tabLst/>
              <a:defRPr sz="2000" b="0" i="0" baseline="0">
                <a:latin typeface="+mn-lt"/>
              </a:defRPr>
            </a:lvl3pPr>
            <a:lvl4pPr marL="2065815" indent="-237061">
              <a:lnSpc>
                <a:spcPct val="110000"/>
              </a:lnSpc>
              <a:spcAft>
                <a:spcPts val="800"/>
              </a:spcAft>
              <a:buFont typeface="Cambria" panose="02070309020205020404" pitchFamily="49" charset="0"/>
              <a:buChar char="o"/>
              <a:tabLst/>
              <a:defRPr sz="2000" b="0" i="0" baseline="0">
                <a:latin typeface="+mn-lt"/>
              </a:defRPr>
            </a:lvl4pPr>
            <a:lvl5pPr marL="2669051" indent="-230712">
              <a:lnSpc>
                <a:spcPct val="110000"/>
              </a:lnSpc>
              <a:spcAft>
                <a:spcPts val="800"/>
              </a:spcAft>
              <a:buFont typeface="Arial Black" panose="020B0604020202020204" pitchFamily="34" charset="0"/>
              <a:buChar char="•"/>
              <a:tabLst/>
              <a:defRPr sz="20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81A398F9-CF23-1BEA-9AFD-7CC6DAF77FFA}"/>
              </a:ext>
            </a:extLst>
          </p:cNvPr>
          <p:cNvSpPr>
            <a:spLocks noGrp="1"/>
          </p:cNvSpPr>
          <p:nvPr>
            <p:ph sz="half" idx="17" hasCustomPrompt="1"/>
          </p:nvPr>
        </p:nvSpPr>
        <p:spPr>
          <a:xfrm>
            <a:off x="548219" y="2580610"/>
            <a:ext cx="5445760" cy="3631369"/>
          </a:xfrm>
          <a:prstGeom prst="rect">
            <a:avLst/>
          </a:prstGeom>
        </p:spPr>
        <p:txBody>
          <a:bodyPr lIns="0" rIns="0"/>
          <a:lstStyle>
            <a:lvl1pPr marL="230712" indent="-230712">
              <a:lnSpc>
                <a:spcPct val="110000"/>
              </a:lnSpc>
              <a:spcAft>
                <a:spcPts val="800"/>
              </a:spcAft>
              <a:buFont typeface="Arial Black" panose="020B0604020202020204" pitchFamily="34" charset="0"/>
              <a:buChar char="•"/>
              <a:tabLst/>
              <a:defRPr sz="2400" b="0" i="0" baseline="0">
                <a:latin typeface="+mn-lt"/>
              </a:defRPr>
            </a:lvl1pPr>
            <a:lvl2pPr marL="922844" indent="-313259">
              <a:lnSpc>
                <a:spcPct val="110000"/>
              </a:lnSpc>
              <a:spcAft>
                <a:spcPts val="800"/>
              </a:spcAft>
              <a:buFont typeface="Cambria" panose="02070309020205020404" pitchFamily="49" charset="0"/>
              <a:buChar char="o"/>
              <a:tabLst/>
              <a:defRPr sz="2000" b="0" i="0" baseline="0">
                <a:latin typeface="+mn-lt"/>
              </a:defRPr>
            </a:lvl2pPr>
            <a:lvl3pPr marL="1454114" indent="-234945">
              <a:lnSpc>
                <a:spcPct val="110000"/>
              </a:lnSpc>
              <a:spcAft>
                <a:spcPts val="800"/>
              </a:spcAft>
              <a:buFont typeface="Arial Black" panose="020B0604020202020204" pitchFamily="34" charset="0"/>
              <a:buChar char="•"/>
              <a:tabLst/>
              <a:defRPr sz="2000" b="0" i="0" baseline="0">
                <a:latin typeface="+mn-lt"/>
              </a:defRPr>
            </a:lvl3pPr>
            <a:lvl4pPr marL="2065815" indent="-237061">
              <a:lnSpc>
                <a:spcPct val="110000"/>
              </a:lnSpc>
              <a:spcAft>
                <a:spcPts val="800"/>
              </a:spcAft>
              <a:buFont typeface="Cambria" panose="02070309020205020404" pitchFamily="49" charset="0"/>
              <a:buChar char="o"/>
              <a:tabLst/>
              <a:defRPr sz="2000" b="0" i="0" baseline="0">
                <a:latin typeface="+mn-lt"/>
              </a:defRPr>
            </a:lvl4pPr>
            <a:lvl5pPr marL="2669051" indent="-230712">
              <a:lnSpc>
                <a:spcPct val="110000"/>
              </a:lnSpc>
              <a:spcAft>
                <a:spcPts val="800"/>
              </a:spcAft>
              <a:buFont typeface="Arial Black" panose="020B0604020202020204" pitchFamily="34" charset="0"/>
              <a:buChar char="•"/>
              <a:tabLst/>
              <a:defRPr sz="20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047183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line title_dim frame bottom ble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F7EFA8-90BA-493B-A261-A7DB9A7829F6}"/>
              </a:ext>
            </a:extLst>
          </p:cNvPr>
          <p:cNvSpPr>
            <a:spLocks noGrp="1" noRot="1" noMove="1" noResize="1" noEditPoints="1" noAdjustHandles="1" noChangeArrowheads="1" noChangeShapeType="1"/>
          </p:cNvSpPr>
          <p:nvPr/>
        </p:nvSpPr>
        <p:spPr>
          <a:xfrm>
            <a:off x="365761" y="1647715"/>
            <a:ext cx="11563513" cy="5210284"/>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76FEFA38-7A92-637A-8C44-9794A53961E3}"/>
              </a:ext>
            </a:extLst>
          </p:cNvPr>
          <p:cNvSpPr txBox="1">
            <a:spLocks/>
          </p:cNvSpPr>
          <p:nvPr/>
        </p:nvSpPr>
        <p:spPr>
          <a:xfrm>
            <a:off x="11417354" y="6570304"/>
            <a:ext cx="304797" cy="184666"/>
          </a:xfrm>
          <a:prstGeom prst="rect">
            <a:avLst/>
          </a:prstGeom>
        </p:spPr>
        <p:txBody>
          <a:bodyPr vert="horz" wrap="square" lIns="0" tIns="0" rIns="0" bIns="0" numCol="1" anchor="ctr" anchorCtr="0" compatLnSpc="1">
            <a:prstTxWarp prst="textNoShape">
              <a:avLst/>
            </a:prstTxWarp>
            <a:spAutoFit/>
          </a:bodyPr>
          <a:lstStyle>
            <a:defPPr>
              <a:defRPr lang="en-US"/>
            </a:defPPr>
            <a:lvl1pPr algn="l" rtl="0" fontAlgn="base">
              <a:spcBef>
                <a:spcPct val="0"/>
              </a:spcBef>
              <a:spcAft>
                <a:spcPct val="0"/>
              </a:spcAft>
              <a:defRPr sz="900" kern="1200">
                <a:solidFill>
                  <a:schemeClr val="tx2"/>
                </a:solidFill>
                <a:latin typeface="Cambria"/>
                <a:ea typeface="MS PGothic" charset="0"/>
                <a:cs typeface="Cambria"/>
              </a:defRPr>
            </a:lvl1pPr>
            <a:lvl2pPr marL="457200" algn="l" rtl="0" fontAlgn="base">
              <a:spcBef>
                <a:spcPct val="0"/>
              </a:spcBef>
              <a:spcAft>
                <a:spcPct val="0"/>
              </a:spcAft>
              <a:defRPr kern="1200">
                <a:solidFill>
                  <a:schemeClr val="tx1"/>
                </a:solidFill>
                <a:latin typeface="Cambria" charset="0"/>
                <a:ea typeface="MS PGothic" charset="0"/>
                <a:cs typeface="MS PGothic" charset="0"/>
              </a:defRPr>
            </a:lvl2pPr>
            <a:lvl3pPr marL="914400" algn="l" rtl="0" fontAlgn="base">
              <a:spcBef>
                <a:spcPct val="0"/>
              </a:spcBef>
              <a:spcAft>
                <a:spcPct val="0"/>
              </a:spcAft>
              <a:defRPr kern="1200">
                <a:solidFill>
                  <a:schemeClr val="tx1"/>
                </a:solidFill>
                <a:latin typeface="Cambria" charset="0"/>
                <a:ea typeface="MS PGothic" charset="0"/>
                <a:cs typeface="MS PGothic" charset="0"/>
              </a:defRPr>
            </a:lvl3pPr>
            <a:lvl4pPr marL="1371600" algn="l" rtl="0" fontAlgn="base">
              <a:spcBef>
                <a:spcPct val="0"/>
              </a:spcBef>
              <a:spcAft>
                <a:spcPct val="0"/>
              </a:spcAft>
              <a:defRPr kern="1200">
                <a:solidFill>
                  <a:schemeClr val="tx1"/>
                </a:solidFill>
                <a:latin typeface="Cambria" charset="0"/>
                <a:ea typeface="MS PGothic" charset="0"/>
                <a:cs typeface="MS PGothic" charset="0"/>
              </a:defRPr>
            </a:lvl4pPr>
            <a:lvl5pPr marL="1828800" algn="l" rtl="0" fontAlgn="base">
              <a:spcBef>
                <a:spcPct val="0"/>
              </a:spcBef>
              <a:spcAft>
                <a:spcPct val="0"/>
              </a:spcAft>
              <a:defRPr kern="1200">
                <a:solidFill>
                  <a:schemeClr val="tx1"/>
                </a:solidFill>
                <a:latin typeface="Cambria" charset="0"/>
                <a:ea typeface="MS PGothic" charset="0"/>
                <a:cs typeface="MS PGothic" charset="0"/>
              </a:defRPr>
            </a:lvl5pPr>
            <a:lvl6pPr marL="2286000" algn="l" defTabSz="457200" rtl="0" eaLnBrk="1" latinLnBrk="0" hangingPunct="1">
              <a:defRPr kern="1200">
                <a:solidFill>
                  <a:schemeClr val="tx1"/>
                </a:solidFill>
                <a:latin typeface="Cambria" charset="0"/>
                <a:ea typeface="MS PGothic" charset="0"/>
                <a:cs typeface="MS PGothic" charset="0"/>
              </a:defRPr>
            </a:lvl6pPr>
            <a:lvl7pPr marL="2743200" algn="l" defTabSz="457200" rtl="0" eaLnBrk="1" latinLnBrk="0" hangingPunct="1">
              <a:defRPr kern="1200">
                <a:solidFill>
                  <a:schemeClr val="tx1"/>
                </a:solidFill>
                <a:latin typeface="Cambria" charset="0"/>
                <a:ea typeface="MS PGothic" charset="0"/>
                <a:cs typeface="MS PGothic" charset="0"/>
              </a:defRPr>
            </a:lvl7pPr>
            <a:lvl8pPr marL="3200400" algn="l" defTabSz="457200" rtl="0" eaLnBrk="1" latinLnBrk="0" hangingPunct="1">
              <a:defRPr kern="1200">
                <a:solidFill>
                  <a:schemeClr val="tx1"/>
                </a:solidFill>
                <a:latin typeface="Cambria" charset="0"/>
                <a:ea typeface="MS PGothic" charset="0"/>
                <a:cs typeface="MS PGothic" charset="0"/>
              </a:defRPr>
            </a:lvl8pPr>
            <a:lvl9pPr marL="3657600" algn="l" defTabSz="457200" rtl="0" eaLnBrk="1" latinLnBrk="0" hangingPunct="1">
              <a:defRPr kern="1200">
                <a:solidFill>
                  <a:schemeClr val="tx1"/>
                </a:solidFill>
                <a:latin typeface="Cambria" charset="0"/>
                <a:ea typeface="MS PGothic" charset="0"/>
                <a:cs typeface="MS PGothic" charset="0"/>
              </a:defRPr>
            </a:lvl9pPr>
          </a:lstStyle>
          <a:p>
            <a:pPr algn="r"/>
            <a:fld id="{210D6F30-3479-EB47-B616-273BCC2A68D5}" type="slidenum">
              <a:rPr lang="en-US" sz="1200" b="0" i="0" smtClean="0">
                <a:latin typeface="Cambria" panose="02040503050406030204" pitchFamily="18" charset="0"/>
              </a:rPr>
              <a:pPr algn="r"/>
              <a:t>‹#›</a:t>
            </a:fld>
            <a:endParaRPr lang="en-US" sz="1200" b="0" i="0" dirty="0">
              <a:latin typeface="Cambria" panose="02040503050406030204" pitchFamily="18" charset="0"/>
            </a:endParaRPr>
          </a:p>
        </p:txBody>
      </p:sp>
      <p:sp>
        <p:nvSpPr>
          <p:cNvPr id="3" name="Title 1">
            <a:extLst>
              <a:ext uri="{FF2B5EF4-FFF2-40B4-BE49-F238E27FC236}">
                <a16:creationId xmlns:a16="http://schemas.microsoft.com/office/drawing/2014/main" id="{675B8E01-8E24-B1A4-5B53-51EBA8BE05E2}"/>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
        <p:nvSpPr>
          <p:cNvPr id="10" name="Content Placeholder 2">
            <a:extLst>
              <a:ext uri="{FF2B5EF4-FFF2-40B4-BE49-F238E27FC236}">
                <a16:creationId xmlns:a16="http://schemas.microsoft.com/office/drawing/2014/main" id="{8CB55D9D-5386-5C29-C555-D263EC00A2E9}"/>
              </a:ext>
            </a:extLst>
          </p:cNvPr>
          <p:cNvSpPr>
            <a:spLocks noGrp="1"/>
          </p:cNvSpPr>
          <p:nvPr>
            <p:ph sz="half" idx="1" hasCustomPrompt="1"/>
          </p:nvPr>
        </p:nvSpPr>
        <p:spPr>
          <a:xfrm>
            <a:off x="548218" y="1819063"/>
            <a:ext cx="11122756" cy="4427221"/>
          </a:xfrm>
          <a:prstGeom prst="rect">
            <a:avLst/>
          </a:prstGeom>
        </p:spPr>
        <p:txBody>
          <a:bodyPr lIns="0" rIns="0"/>
          <a:lstStyle>
            <a:lvl1pPr marL="228600" indent="-228600">
              <a:lnSpc>
                <a:spcPct val="110000"/>
              </a:lnSpc>
              <a:spcAft>
                <a:spcPts val="800"/>
              </a:spcAft>
              <a:buFont typeface="Arial Black" panose="020B0604020202020204" pitchFamily="34" charset="0"/>
              <a:buChar char="•"/>
              <a:defRPr sz="2600" b="0" i="0" baseline="0">
                <a:latin typeface="+mn-lt"/>
              </a:defRPr>
            </a:lvl1pPr>
            <a:lvl2pPr marL="840296" indent="-230712">
              <a:lnSpc>
                <a:spcPct val="110000"/>
              </a:lnSpc>
              <a:spcAft>
                <a:spcPts val="800"/>
              </a:spcAft>
              <a:buFont typeface="Cambria" panose="02070309020205020404" pitchFamily="49" charset="0"/>
              <a:buChar char="o"/>
              <a:tabLst/>
              <a:defRPr sz="2200" b="0" i="0" baseline="0">
                <a:latin typeface="+mn-lt"/>
              </a:defRPr>
            </a:lvl2pPr>
            <a:lvl3pPr marL="1454114" indent="-234945">
              <a:lnSpc>
                <a:spcPct val="110000"/>
              </a:lnSpc>
              <a:spcAft>
                <a:spcPts val="800"/>
              </a:spcAft>
              <a:buFont typeface="Arial Black" panose="020B0604020202020204" pitchFamily="34" charset="0"/>
              <a:buChar char="•"/>
              <a:tabLst/>
              <a:defRPr sz="2200" b="0" i="0" baseline="0">
                <a:latin typeface="+mn-lt"/>
              </a:defRPr>
            </a:lvl3pPr>
            <a:lvl4pPr marL="2065815" indent="-237061">
              <a:lnSpc>
                <a:spcPct val="110000"/>
              </a:lnSpc>
              <a:spcAft>
                <a:spcPts val="800"/>
              </a:spcAft>
              <a:buFont typeface="Cambria" panose="02070309020205020404" pitchFamily="49" charset="0"/>
              <a:buChar char="o"/>
              <a:tabLst/>
              <a:defRPr sz="2200" b="0" i="0" baseline="0">
                <a:latin typeface="+mn-lt"/>
              </a:defRPr>
            </a:lvl4pPr>
            <a:lvl5pPr marL="2669051" indent="-230712">
              <a:lnSpc>
                <a:spcPct val="110000"/>
              </a:lnSpc>
              <a:spcAft>
                <a:spcPts val="800"/>
              </a:spcAft>
              <a:buFont typeface="Arial Black" panose="020B0604020202020204" pitchFamily="34" charset="0"/>
              <a:buChar char="•"/>
              <a:tabLst/>
              <a:defRPr sz="22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0">
            <a:extLst>
              <a:ext uri="{FF2B5EF4-FFF2-40B4-BE49-F238E27FC236}">
                <a16:creationId xmlns:a16="http://schemas.microsoft.com/office/drawing/2014/main" id="{8E5979A0-EC4C-7C0C-978B-08967FC3B6F4}"/>
              </a:ext>
            </a:extLst>
          </p:cNvPr>
          <p:cNvSpPr txBox="1">
            <a:spLocks/>
          </p:cNvSpPr>
          <p:nvPr/>
        </p:nvSpPr>
        <p:spPr>
          <a:xfrm>
            <a:off x="5634567" y="6584405"/>
            <a:ext cx="5892800" cy="146304"/>
          </a:xfrm>
          <a:prstGeom prst="rect">
            <a:avLst/>
          </a:prstGeom>
        </p:spPr>
        <p:txBody>
          <a:bodyPr vert="horz" anchor="ctr"/>
          <a:lstStyle>
            <a:lvl1pPr marL="0" indent="0" algn="r" rtl="0" eaLnBrk="0" fontAlgn="base" hangingPunct="0">
              <a:lnSpc>
                <a:spcPct val="100000"/>
              </a:lnSpc>
              <a:spcBef>
                <a:spcPct val="0"/>
              </a:spcBef>
              <a:spcAft>
                <a:spcPts val="1200"/>
              </a:spcAft>
              <a:buFont typeface="Arial Black" charset="0"/>
              <a:buNone/>
              <a:defRPr sz="900" kern="1200">
                <a:solidFill>
                  <a:schemeClr val="tx1"/>
                </a:solidFill>
                <a:latin typeface="Rockwell"/>
                <a:ea typeface="MS PGothic" pitchFamily="34" charset="-128"/>
                <a:cs typeface="Rockwell"/>
              </a:defRPr>
            </a:lvl1pPr>
            <a:lvl2pPr marL="4572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2pPr>
            <a:lvl3pPr marL="6858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3pPr>
            <a:lvl4pPr marL="9144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4pPr>
            <a:lvl5pPr marL="1143000" indent="-228600" algn="l" rtl="0" eaLnBrk="0" fontAlgn="base" hangingPunct="0">
              <a:lnSpc>
                <a:spcPts val="2100"/>
              </a:lnSpc>
              <a:spcBef>
                <a:spcPct val="0"/>
              </a:spcBef>
              <a:spcAft>
                <a:spcPts val="1200"/>
              </a:spcAft>
              <a:buFont typeface="Cambria" charset="0"/>
              <a:buChar char="̶"/>
              <a:defRPr kern="1200">
                <a:solidFill>
                  <a:schemeClr val="tx1"/>
                </a:solidFill>
                <a:latin typeface="+mn-lt"/>
                <a:ea typeface="MS PGothic" pitchFamily="34" charset="-128"/>
                <a:cs typeface="MS PGothic" charset="0"/>
              </a:defRPr>
            </a:lvl5pPr>
            <a:lvl6pPr marL="1371600" indent="-228600" algn="l" defTabSz="914400" rtl="0" eaLnBrk="1" latinLnBrk="0" hangingPunct="1">
              <a:lnSpc>
                <a:spcPts val="2100"/>
              </a:lnSpc>
              <a:spcBef>
                <a:spcPts val="0"/>
              </a:spcBef>
              <a:spcAft>
                <a:spcPts val="1200"/>
              </a:spcAft>
              <a:buFont typeface="Arial Black" panose="020B0604020202020204" pitchFamily="34" charset="0"/>
              <a:buChar char="•"/>
              <a:defRPr sz="1800" kern="1200" baseline="0">
                <a:solidFill>
                  <a:schemeClr val="tx1"/>
                </a:solidFill>
                <a:latin typeface="+mn-lt"/>
                <a:ea typeface="+mn-ea"/>
                <a:cs typeface="+mn-cs"/>
              </a:defRPr>
            </a:lvl6pPr>
            <a:lvl7pPr marL="1600200" indent="-228600" algn="l" defTabSz="914400" rtl="0" eaLnBrk="1" latinLnBrk="0" hangingPunct="1">
              <a:lnSpc>
                <a:spcPts val="2100"/>
              </a:lnSpc>
              <a:spcBef>
                <a:spcPts val="0"/>
              </a:spcBef>
              <a:spcAft>
                <a:spcPts val="1200"/>
              </a:spcAft>
              <a:buFont typeface="Cambria" panose="02040503050406030204" pitchFamily="18" charset="0"/>
              <a:buChar char="̶"/>
              <a:defRPr sz="1800" kern="1200" baseline="0">
                <a:solidFill>
                  <a:schemeClr val="tx1"/>
                </a:solidFill>
                <a:latin typeface="+mn-lt"/>
                <a:ea typeface="+mn-ea"/>
                <a:cs typeface="+mn-cs"/>
              </a:defRPr>
            </a:lvl7pPr>
            <a:lvl8pPr marL="3429000" indent="-228600" algn="l" defTabSz="914400" rtl="0" eaLnBrk="1" latinLnBrk="0" hangingPunct="1">
              <a:spcBef>
                <a:spcPct val="20000"/>
              </a:spcBef>
              <a:buFont typeface="Arial Black"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Black" panose="020B0604020202020204" pitchFamily="34" charset="0"/>
              <a:buChar char="•"/>
              <a:defRPr sz="2000" kern="1200">
                <a:solidFill>
                  <a:schemeClr val="tx1"/>
                </a:solidFill>
                <a:latin typeface="+mn-lt"/>
                <a:ea typeface="+mn-ea"/>
                <a:cs typeface="+mn-cs"/>
              </a:defRPr>
            </a:lvl9pPr>
          </a:lstStyle>
          <a:p>
            <a:r>
              <a:rPr lang="en-US" sz="1200" b="0" i="0" dirty="0">
                <a:latin typeface="+mn-lt"/>
                <a:cs typeface="Cambria"/>
              </a:rPr>
              <a:t>Edit presentation title (PPT desktop app &gt; View &gt; Slide Master)</a:t>
            </a:r>
          </a:p>
        </p:txBody>
      </p:sp>
    </p:spTree>
    <p:extLst>
      <p:ext uri="{BB962C8B-B14F-4D97-AF65-F5344CB8AC3E}">
        <p14:creationId xmlns:p14="http://schemas.microsoft.com/office/powerpoint/2010/main" val="20574126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One line title_dim frame bottom blee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EACCBC-6FB4-7E12-B01A-052E55CFB8B0}"/>
              </a:ext>
            </a:extLst>
          </p:cNvPr>
          <p:cNvSpPr/>
          <p:nvPr userDrawn="1"/>
        </p:nvSpPr>
        <p:spPr>
          <a:xfrm>
            <a:off x="365761" y="1295085"/>
            <a:ext cx="11563513" cy="5562915"/>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A0DF789A-AF63-7305-7192-80CD9C86D633}"/>
              </a:ext>
            </a:extLst>
          </p:cNvPr>
          <p:cNvSpPr>
            <a:spLocks noGrp="1"/>
          </p:cNvSpPr>
          <p:nvPr>
            <p:ph type="ctrTitle" hasCustomPrompt="1"/>
          </p:nvPr>
        </p:nvSpPr>
        <p:spPr>
          <a:xfrm>
            <a:off x="548640" y="489530"/>
            <a:ext cx="9144000" cy="646164"/>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 – one line</a:t>
            </a:r>
            <a:br>
              <a:rPr lang="en-US" dirty="0"/>
            </a:br>
            <a:endParaRPr lang="en-US" dirty="0"/>
          </a:p>
        </p:txBody>
      </p:sp>
      <p:sp>
        <p:nvSpPr>
          <p:cNvPr id="6" name="Slide Number Placeholder 5">
            <a:extLst>
              <a:ext uri="{FF2B5EF4-FFF2-40B4-BE49-F238E27FC236}">
                <a16:creationId xmlns:a16="http://schemas.microsoft.com/office/drawing/2014/main" id="{E64DF979-EE09-0AED-DAA4-80659FF269F9}"/>
              </a:ext>
            </a:extLst>
          </p:cNvPr>
          <p:cNvSpPr txBox="1">
            <a:spLocks/>
          </p:cNvSpPr>
          <p:nvPr/>
        </p:nvSpPr>
        <p:spPr>
          <a:xfrm>
            <a:off x="11417354" y="6570304"/>
            <a:ext cx="304797" cy="184666"/>
          </a:xfrm>
          <a:prstGeom prst="rect">
            <a:avLst/>
          </a:prstGeom>
        </p:spPr>
        <p:txBody>
          <a:bodyPr vert="horz" wrap="square" lIns="0" tIns="0" rIns="0" bIns="0" numCol="1" anchor="ctr" anchorCtr="0" compatLnSpc="1">
            <a:prstTxWarp prst="textNoShape">
              <a:avLst/>
            </a:prstTxWarp>
            <a:spAutoFit/>
          </a:bodyPr>
          <a:lstStyle>
            <a:defPPr>
              <a:defRPr lang="en-US"/>
            </a:defPPr>
            <a:lvl1pPr algn="l" rtl="0" fontAlgn="base">
              <a:spcBef>
                <a:spcPct val="0"/>
              </a:spcBef>
              <a:spcAft>
                <a:spcPct val="0"/>
              </a:spcAft>
              <a:defRPr sz="900" kern="1200">
                <a:solidFill>
                  <a:schemeClr val="tx2"/>
                </a:solidFill>
                <a:latin typeface="Cambria"/>
                <a:ea typeface="MS PGothic" charset="0"/>
                <a:cs typeface="Cambria"/>
              </a:defRPr>
            </a:lvl1pPr>
            <a:lvl2pPr marL="457200" algn="l" rtl="0" fontAlgn="base">
              <a:spcBef>
                <a:spcPct val="0"/>
              </a:spcBef>
              <a:spcAft>
                <a:spcPct val="0"/>
              </a:spcAft>
              <a:defRPr kern="1200">
                <a:solidFill>
                  <a:schemeClr val="tx1"/>
                </a:solidFill>
                <a:latin typeface="Cambria" charset="0"/>
                <a:ea typeface="MS PGothic" charset="0"/>
                <a:cs typeface="MS PGothic" charset="0"/>
              </a:defRPr>
            </a:lvl2pPr>
            <a:lvl3pPr marL="914400" algn="l" rtl="0" fontAlgn="base">
              <a:spcBef>
                <a:spcPct val="0"/>
              </a:spcBef>
              <a:spcAft>
                <a:spcPct val="0"/>
              </a:spcAft>
              <a:defRPr kern="1200">
                <a:solidFill>
                  <a:schemeClr val="tx1"/>
                </a:solidFill>
                <a:latin typeface="Cambria" charset="0"/>
                <a:ea typeface="MS PGothic" charset="0"/>
                <a:cs typeface="MS PGothic" charset="0"/>
              </a:defRPr>
            </a:lvl3pPr>
            <a:lvl4pPr marL="1371600" algn="l" rtl="0" fontAlgn="base">
              <a:spcBef>
                <a:spcPct val="0"/>
              </a:spcBef>
              <a:spcAft>
                <a:spcPct val="0"/>
              </a:spcAft>
              <a:defRPr kern="1200">
                <a:solidFill>
                  <a:schemeClr val="tx1"/>
                </a:solidFill>
                <a:latin typeface="Cambria" charset="0"/>
                <a:ea typeface="MS PGothic" charset="0"/>
                <a:cs typeface="MS PGothic" charset="0"/>
              </a:defRPr>
            </a:lvl4pPr>
            <a:lvl5pPr marL="1828800" algn="l" rtl="0" fontAlgn="base">
              <a:spcBef>
                <a:spcPct val="0"/>
              </a:spcBef>
              <a:spcAft>
                <a:spcPct val="0"/>
              </a:spcAft>
              <a:defRPr kern="1200">
                <a:solidFill>
                  <a:schemeClr val="tx1"/>
                </a:solidFill>
                <a:latin typeface="Cambria" charset="0"/>
                <a:ea typeface="MS PGothic" charset="0"/>
                <a:cs typeface="MS PGothic" charset="0"/>
              </a:defRPr>
            </a:lvl5pPr>
            <a:lvl6pPr marL="2286000" algn="l" defTabSz="457200" rtl="0" eaLnBrk="1" latinLnBrk="0" hangingPunct="1">
              <a:defRPr kern="1200">
                <a:solidFill>
                  <a:schemeClr val="tx1"/>
                </a:solidFill>
                <a:latin typeface="Cambria" charset="0"/>
                <a:ea typeface="MS PGothic" charset="0"/>
                <a:cs typeface="MS PGothic" charset="0"/>
              </a:defRPr>
            </a:lvl6pPr>
            <a:lvl7pPr marL="2743200" algn="l" defTabSz="457200" rtl="0" eaLnBrk="1" latinLnBrk="0" hangingPunct="1">
              <a:defRPr kern="1200">
                <a:solidFill>
                  <a:schemeClr val="tx1"/>
                </a:solidFill>
                <a:latin typeface="Cambria" charset="0"/>
                <a:ea typeface="MS PGothic" charset="0"/>
                <a:cs typeface="MS PGothic" charset="0"/>
              </a:defRPr>
            </a:lvl7pPr>
            <a:lvl8pPr marL="3200400" algn="l" defTabSz="457200" rtl="0" eaLnBrk="1" latinLnBrk="0" hangingPunct="1">
              <a:defRPr kern="1200">
                <a:solidFill>
                  <a:schemeClr val="tx1"/>
                </a:solidFill>
                <a:latin typeface="Cambria" charset="0"/>
                <a:ea typeface="MS PGothic" charset="0"/>
                <a:cs typeface="MS PGothic" charset="0"/>
              </a:defRPr>
            </a:lvl8pPr>
            <a:lvl9pPr marL="3657600" algn="l" defTabSz="457200" rtl="0" eaLnBrk="1" latinLnBrk="0" hangingPunct="1">
              <a:defRPr kern="1200">
                <a:solidFill>
                  <a:schemeClr val="tx1"/>
                </a:solidFill>
                <a:latin typeface="Cambria" charset="0"/>
                <a:ea typeface="MS PGothic" charset="0"/>
                <a:cs typeface="MS PGothic" charset="0"/>
              </a:defRPr>
            </a:lvl9pPr>
          </a:lstStyle>
          <a:p>
            <a:pPr algn="r"/>
            <a:fld id="{210D6F30-3479-EB47-B616-273BCC2A68D5}" type="slidenum">
              <a:rPr lang="en-US" sz="1200" b="0" i="0" smtClean="0">
                <a:latin typeface="Cambria" panose="02040503050406030204" pitchFamily="18" charset="0"/>
              </a:rPr>
              <a:pPr algn="r"/>
              <a:t>‹#›</a:t>
            </a:fld>
            <a:endParaRPr lang="en-US" sz="1200" b="0" i="0" dirty="0">
              <a:latin typeface="Cambria" panose="02040503050406030204" pitchFamily="18" charset="0"/>
            </a:endParaRPr>
          </a:p>
        </p:txBody>
      </p:sp>
      <p:sp>
        <p:nvSpPr>
          <p:cNvPr id="11" name="Content Placeholder 2">
            <a:extLst>
              <a:ext uri="{FF2B5EF4-FFF2-40B4-BE49-F238E27FC236}">
                <a16:creationId xmlns:a16="http://schemas.microsoft.com/office/drawing/2014/main" id="{D81E2B07-AC61-962F-E0AD-5F992A75423B}"/>
              </a:ext>
            </a:extLst>
          </p:cNvPr>
          <p:cNvSpPr>
            <a:spLocks noGrp="1"/>
          </p:cNvSpPr>
          <p:nvPr>
            <p:ph sz="half" idx="1" hasCustomPrompt="1"/>
          </p:nvPr>
        </p:nvSpPr>
        <p:spPr>
          <a:xfrm>
            <a:off x="548218" y="1498601"/>
            <a:ext cx="11122756" cy="4747684"/>
          </a:xfrm>
          <a:prstGeom prst="rect">
            <a:avLst/>
          </a:prstGeom>
        </p:spPr>
        <p:txBody>
          <a:bodyPr lIns="0" rIns="0"/>
          <a:lstStyle>
            <a:lvl1pPr marL="228600" indent="-228600">
              <a:lnSpc>
                <a:spcPct val="110000"/>
              </a:lnSpc>
              <a:spcAft>
                <a:spcPts val="800"/>
              </a:spcAft>
              <a:buFont typeface="Arial Black" panose="020B0604020202020204" pitchFamily="34" charset="0"/>
              <a:buChar char="•"/>
              <a:defRPr sz="2600" b="0" i="0" baseline="0">
                <a:latin typeface="+mn-lt"/>
              </a:defRPr>
            </a:lvl1pPr>
            <a:lvl2pPr marL="840296" indent="-230712">
              <a:lnSpc>
                <a:spcPct val="110000"/>
              </a:lnSpc>
              <a:spcAft>
                <a:spcPts val="800"/>
              </a:spcAft>
              <a:buFont typeface="Cambria" panose="02070309020205020404" pitchFamily="49" charset="0"/>
              <a:buChar char="o"/>
              <a:tabLst/>
              <a:defRPr sz="2200" b="0" i="0" baseline="0">
                <a:latin typeface="+mn-lt"/>
              </a:defRPr>
            </a:lvl2pPr>
            <a:lvl3pPr marL="1454114" indent="-234945">
              <a:lnSpc>
                <a:spcPct val="110000"/>
              </a:lnSpc>
              <a:spcAft>
                <a:spcPts val="800"/>
              </a:spcAft>
              <a:buFont typeface="Arial Black" panose="020B0604020202020204" pitchFamily="34" charset="0"/>
              <a:buChar char="•"/>
              <a:tabLst/>
              <a:defRPr sz="2200" b="0" i="0" baseline="0">
                <a:latin typeface="+mn-lt"/>
              </a:defRPr>
            </a:lvl3pPr>
            <a:lvl4pPr marL="2065815" indent="-237061">
              <a:lnSpc>
                <a:spcPct val="110000"/>
              </a:lnSpc>
              <a:spcAft>
                <a:spcPts val="800"/>
              </a:spcAft>
              <a:buFont typeface="Cambria" panose="02070309020205020404" pitchFamily="49" charset="0"/>
              <a:buChar char="o"/>
              <a:tabLst/>
              <a:defRPr sz="2200" b="0" i="0" baseline="0">
                <a:latin typeface="+mn-lt"/>
              </a:defRPr>
            </a:lvl4pPr>
            <a:lvl5pPr marL="2669051" indent="-230712">
              <a:lnSpc>
                <a:spcPct val="110000"/>
              </a:lnSpc>
              <a:spcAft>
                <a:spcPts val="800"/>
              </a:spcAft>
              <a:buFont typeface="Arial Black" panose="020B0604020202020204" pitchFamily="34" charset="0"/>
              <a:buChar char="•"/>
              <a:tabLst/>
              <a:defRPr sz="22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10">
            <a:extLst>
              <a:ext uri="{FF2B5EF4-FFF2-40B4-BE49-F238E27FC236}">
                <a16:creationId xmlns:a16="http://schemas.microsoft.com/office/drawing/2014/main" id="{A063ECE4-DFB7-68AD-F385-37D79749C2B7}"/>
              </a:ext>
            </a:extLst>
          </p:cNvPr>
          <p:cNvSpPr txBox="1">
            <a:spLocks/>
          </p:cNvSpPr>
          <p:nvPr/>
        </p:nvSpPr>
        <p:spPr>
          <a:xfrm>
            <a:off x="5634567" y="6584405"/>
            <a:ext cx="5892800" cy="146304"/>
          </a:xfrm>
          <a:prstGeom prst="rect">
            <a:avLst/>
          </a:prstGeom>
        </p:spPr>
        <p:txBody>
          <a:bodyPr vert="horz" anchor="ctr"/>
          <a:lstStyle>
            <a:lvl1pPr marL="0" indent="0" algn="r" rtl="0" eaLnBrk="0" fontAlgn="base" hangingPunct="0">
              <a:lnSpc>
                <a:spcPct val="100000"/>
              </a:lnSpc>
              <a:spcBef>
                <a:spcPct val="0"/>
              </a:spcBef>
              <a:spcAft>
                <a:spcPts val="1200"/>
              </a:spcAft>
              <a:buFont typeface="Arial Black" charset="0"/>
              <a:buNone/>
              <a:defRPr sz="900" kern="1200">
                <a:solidFill>
                  <a:schemeClr val="tx1"/>
                </a:solidFill>
                <a:latin typeface="Rockwell"/>
                <a:ea typeface="MS PGothic" pitchFamily="34" charset="-128"/>
                <a:cs typeface="Rockwell"/>
              </a:defRPr>
            </a:lvl1pPr>
            <a:lvl2pPr marL="4572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2pPr>
            <a:lvl3pPr marL="6858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3pPr>
            <a:lvl4pPr marL="9144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4pPr>
            <a:lvl5pPr marL="1143000" indent="-228600" algn="l" rtl="0" eaLnBrk="0" fontAlgn="base" hangingPunct="0">
              <a:lnSpc>
                <a:spcPts val="2100"/>
              </a:lnSpc>
              <a:spcBef>
                <a:spcPct val="0"/>
              </a:spcBef>
              <a:spcAft>
                <a:spcPts val="1200"/>
              </a:spcAft>
              <a:buFont typeface="Cambria" charset="0"/>
              <a:buChar char="̶"/>
              <a:defRPr kern="1200">
                <a:solidFill>
                  <a:schemeClr val="tx1"/>
                </a:solidFill>
                <a:latin typeface="+mn-lt"/>
                <a:ea typeface="MS PGothic" pitchFamily="34" charset="-128"/>
                <a:cs typeface="MS PGothic" charset="0"/>
              </a:defRPr>
            </a:lvl5pPr>
            <a:lvl6pPr marL="1371600" indent="-228600" algn="l" defTabSz="914400" rtl="0" eaLnBrk="1" latinLnBrk="0" hangingPunct="1">
              <a:lnSpc>
                <a:spcPts val="2100"/>
              </a:lnSpc>
              <a:spcBef>
                <a:spcPts val="0"/>
              </a:spcBef>
              <a:spcAft>
                <a:spcPts val="1200"/>
              </a:spcAft>
              <a:buFont typeface="Arial Black" panose="020B0604020202020204" pitchFamily="34" charset="0"/>
              <a:buChar char="•"/>
              <a:defRPr sz="1800" kern="1200" baseline="0">
                <a:solidFill>
                  <a:schemeClr val="tx1"/>
                </a:solidFill>
                <a:latin typeface="+mn-lt"/>
                <a:ea typeface="+mn-ea"/>
                <a:cs typeface="+mn-cs"/>
              </a:defRPr>
            </a:lvl6pPr>
            <a:lvl7pPr marL="1600200" indent="-228600" algn="l" defTabSz="914400" rtl="0" eaLnBrk="1" latinLnBrk="0" hangingPunct="1">
              <a:lnSpc>
                <a:spcPts val="2100"/>
              </a:lnSpc>
              <a:spcBef>
                <a:spcPts val="0"/>
              </a:spcBef>
              <a:spcAft>
                <a:spcPts val="1200"/>
              </a:spcAft>
              <a:buFont typeface="Cambria" panose="02040503050406030204" pitchFamily="18" charset="0"/>
              <a:buChar char="̶"/>
              <a:defRPr sz="1800" kern="1200" baseline="0">
                <a:solidFill>
                  <a:schemeClr val="tx1"/>
                </a:solidFill>
                <a:latin typeface="+mn-lt"/>
                <a:ea typeface="+mn-ea"/>
                <a:cs typeface="+mn-cs"/>
              </a:defRPr>
            </a:lvl7pPr>
            <a:lvl8pPr marL="3429000" indent="-228600" algn="l" defTabSz="914400" rtl="0" eaLnBrk="1" latinLnBrk="0" hangingPunct="1">
              <a:spcBef>
                <a:spcPct val="20000"/>
              </a:spcBef>
              <a:buFont typeface="Arial Black"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Black" panose="020B0604020202020204" pitchFamily="34" charset="0"/>
              <a:buChar char="•"/>
              <a:defRPr sz="2000" kern="1200">
                <a:solidFill>
                  <a:schemeClr val="tx1"/>
                </a:solidFill>
                <a:latin typeface="+mn-lt"/>
                <a:ea typeface="+mn-ea"/>
                <a:cs typeface="+mn-cs"/>
              </a:defRPr>
            </a:lvl9pPr>
          </a:lstStyle>
          <a:p>
            <a:r>
              <a:rPr lang="en-US" sz="1200" b="0" i="0" dirty="0">
                <a:latin typeface="+mn-lt"/>
                <a:cs typeface="Cambria"/>
              </a:rPr>
              <a:t>Edit presentation title (PPT desktop app &gt; View &gt; Slide Master)</a:t>
            </a:r>
          </a:p>
        </p:txBody>
      </p:sp>
    </p:spTree>
    <p:extLst>
      <p:ext uri="{BB962C8B-B14F-4D97-AF65-F5344CB8AC3E}">
        <p14:creationId xmlns:p14="http://schemas.microsoft.com/office/powerpoint/2010/main" val="20381466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m frame behind 2 line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757A3C0-072F-559F-00AA-F7C736D532A5}"/>
              </a:ext>
            </a:extLst>
          </p:cNvPr>
          <p:cNvSpPr>
            <a:spLocks noGrp="1" noRot="1" noMove="1" noResize="1" noEditPoints="1" noAdjustHandles="1" noChangeArrowheads="1" noChangeShapeType="1"/>
          </p:cNvSpPr>
          <p:nvPr userDrawn="1"/>
        </p:nvSpPr>
        <p:spPr>
          <a:xfrm>
            <a:off x="365761" y="0"/>
            <a:ext cx="9589273" cy="1819063"/>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9DC654BD-CA47-52A5-4B63-D488EBEACA80}"/>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br>
              <a:rPr lang="en-US" dirty="0"/>
            </a:br>
            <a:r>
              <a:rPr lang="en-US" dirty="0"/>
              <a:t>two line</a:t>
            </a:r>
          </a:p>
        </p:txBody>
      </p:sp>
      <p:sp>
        <p:nvSpPr>
          <p:cNvPr id="5" name="Content Placeholder 2">
            <a:extLst>
              <a:ext uri="{FF2B5EF4-FFF2-40B4-BE49-F238E27FC236}">
                <a16:creationId xmlns:a16="http://schemas.microsoft.com/office/drawing/2014/main" id="{FCF804DD-4EC9-25E9-8694-C7FE3E54D2FC}"/>
              </a:ext>
            </a:extLst>
          </p:cNvPr>
          <p:cNvSpPr>
            <a:spLocks noGrp="1"/>
          </p:cNvSpPr>
          <p:nvPr>
            <p:ph sz="half" idx="1" hasCustomPrompt="1"/>
          </p:nvPr>
        </p:nvSpPr>
        <p:spPr>
          <a:xfrm>
            <a:off x="548218" y="1972733"/>
            <a:ext cx="11122756" cy="4273551"/>
          </a:xfrm>
          <a:prstGeom prst="rect">
            <a:avLst/>
          </a:prstGeom>
        </p:spPr>
        <p:txBody>
          <a:bodyPr lIns="0" rIns="0"/>
          <a:lstStyle>
            <a:lvl1pPr marL="228600" indent="-228600">
              <a:lnSpc>
                <a:spcPct val="110000"/>
              </a:lnSpc>
              <a:spcAft>
                <a:spcPts val="800"/>
              </a:spcAft>
              <a:buFont typeface="Arial Black" panose="020B0604020202020204" pitchFamily="34" charset="0"/>
              <a:buChar char="•"/>
              <a:defRPr sz="2600" b="0" i="0" baseline="0">
                <a:latin typeface="+mn-lt"/>
              </a:defRPr>
            </a:lvl1pPr>
            <a:lvl2pPr marL="840296" indent="-230712">
              <a:lnSpc>
                <a:spcPct val="110000"/>
              </a:lnSpc>
              <a:spcAft>
                <a:spcPts val="800"/>
              </a:spcAft>
              <a:buFont typeface="Cambria" panose="02070309020205020404" pitchFamily="49" charset="0"/>
              <a:buChar char="o"/>
              <a:tabLst/>
              <a:defRPr sz="2200" b="0" i="0" baseline="0">
                <a:latin typeface="+mn-lt"/>
              </a:defRPr>
            </a:lvl2pPr>
            <a:lvl3pPr marL="1454114" indent="-234945">
              <a:lnSpc>
                <a:spcPct val="110000"/>
              </a:lnSpc>
              <a:spcAft>
                <a:spcPts val="800"/>
              </a:spcAft>
              <a:buFont typeface="Arial Black" panose="020B0604020202020204" pitchFamily="34" charset="0"/>
              <a:buChar char="•"/>
              <a:tabLst/>
              <a:defRPr sz="2200" b="0" i="0" baseline="0">
                <a:latin typeface="+mn-lt"/>
              </a:defRPr>
            </a:lvl3pPr>
            <a:lvl4pPr marL="2065815" indent="-237061">
              <a:lnSpc>
                <a:spcPct val="110000"/>
              </a:lnSpc>
              <a:spcAft>
                <a:spcPts val="800"/>
              </a:spcAft>
              <a:buFont typeface="Cambria" panose="02070309020205020404" pitchFamily="49" charset="0"/>
              <a:buChar char="o"/>
              <a:tabLst/>
              <a:defRPr sz="2200" b="0" i="0" baseline="0">
                <a:latin typeface="+mn-lt"/>
              </a:defRPr>
            </a:lvl4pPr>
            <a:lvl5pPr marL="2669051" indent="-230712">
              <a:lnSpc>
                <a:spcPct val="110000"/>
              </a:lnSpc>
              <a:spcAft>
                <a:spcPts val="800"/>
              </a:spcAft>
              <a:buFont typeface="Arial Black" panose="020B0604020202020204" pitchFamily="34" charset="0"/>
              <a:buChar char="•"/>
              <a:tabLst/>
              <a:defRPr sz="22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02644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m frame behind 1 line title">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A59F23A-CD89-C7B7-7D5B-16750B2C8E9C}"/>
              </a:ext>
            </a:extLst>
          </p:cNvPr>
          <p:cNvSpPr>
            <a:spLocks noGrp="1"/>
          </p:cNvSpPr>
          <p:nvPr>
            <p:ph sz="half" idx="10" hasCustomPrompt="1"/>
          </p:nvPr>
        </p:nvSpPr>
        <p:spPr>
          <a:xfrm>
            <a:off x="548218" y="1600199"/>
            <a:ext cx="11122756" cy="4646085"/>
          </a:xfrm>
          <a:prstGeom prst="rect">
            <a:avLst/>
          </a:prstGeom>
        </p:spPr>
        <p:txBody>
          <a:bodyPr lIns="0" rIns="0"/>
          <a:lstStyle>
            <a:lvl1pPr marL="228600" indent="-228600">
              <a:lnSpc>
                <a:spcPct val="110000"/>
              </a:lnSpc>
              <a:spcAft>
                <a:spcPts val="800"/>
              </a:spcAft>
              <a:buFont typeface="Arial Black" panose="020B0604020202020204" pitchFamily="34" charset="0"/>
              <a:buChar char="•"/>
              <a:defRPr sz="2600" b="0" i="0" baseline="0">
                <a:latin typeface="+mn-lt"/>
              </a:defRPr>
            </a:lvl1pPr>
            <a:lvl2pPr marL="840296" indent="-230712">
              <a:lnSpc>
                <a:spcPct val="110000"/>
              </a:lnSpc>
              <a:spcAft>
                <a:spcPts val="800"/>
              </a:spcAft>
              <a:buFont typeface="Cambria" panose="02070309020205020404" pitchFamily="49" charset="0"/>
              <a:buChar char="o"/>
              <a:tabLst/>
              <a:defRPr sz="2200" b="0" i="0" baseline="0">
                <a:latin typeface="+mn-lt"/>
              </a:defRPr>
            </a:lvl2pPr>
            <a:lvl3pPr marL="1454114" indent="-234945">
              <a:lnSpc>
                <a:spcPct val="110000"/>
              </a:lnSpc>
              <a:spcAft>
                <a:spcPts val="800"/>
              </a:spcAft>
              <a:buFont typeface="Arial Black" panose="020B0604020202020204" pitchFamily="34" charset="0"/>
              <a:buChar char="•"/>
              <a:tabLst/>
              <a:defRPr sz="2200" b="0" i="0" baseline="0">
                <a:latin typeface="+mn-lt"/>
              </a:defRPr>
            </a:lvl3pPr>
            <a:lvl4pPr marL="2065815" indent="-237061">
              <a:lnSpc>
                <a:spcPct val="110000"/>
              </a:lnSpc>
              <a:spcAft>
                <a:spcPts val="800"/>
              </a:spcAft>
              <a:buFont typeface="Cambria" panose="02070309020205020404" pitchFamily="49" charset="0"/>
              <a:buChar char="o"/>
              <a:tabLst/>
              <a:defRPr sz="2200" b="0" i="0" baseline="0">
                <a:latin typeface="+mn-lt"/>
              </a:defRPr>
            </a:lvl4pPr>
            <a:lvl5pPr marL="2669051" indent="-230712">
              <a:lnSpc>
                <a:spcPct val="110000"/>
              </a:lnSpc>
              <a:spcAft>
                <a:spcPts val="800"/>
              </a:spcAft>
              <a:buFont typeface="Arial Black" panose="020B0604020202020204" pitchFamily="34" charset="0"/>
              <a:buChar char="•"/>
              <a:tabLst/>
              <a:defRPr sz="2200" b="0" i="0" baseline="0">
                <a:latin typeface="+mn-lt"/>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D4B97726-1ED2-2FE0-AD78-4B2DBE8A0A9C}"/>
              </a:ext>
            </a:extLst>
          </p:cNvPr>
          <p:cNvSpPr>
            <a:spLocks noGrp="1" noRot="1" noMove="1" noResize="1" noEditPoints="1" noAdjustHandles="1" noChangeArrowheads="1" noChangeShapeType="1"/>
          </p:cNvSpPr>
          <p:nvPr userDrawn="1"/>
        </p:nvSpPr>
        <p:spPr>
          <a:xfrm>
            <a:off x="365761" y="-1"/>
            <a:ext cx="9589273" cy="1441837"/>
          </a:xfrm>
          <a:prstGeom prst="rect">
            <a:avLst/>
          </a:prstGeom>
          <a:solidFill>
            <a:schemeClr val="bg1"/>
          </a:solidFill>
          <a:ln>
            <a:noFill/>
          </a:ln>
          <a:effectLst>
            <a:glow rad="127000">
              <a:schemeClr val="tx1">
                <a:alpha val="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0B9817BE-8CB3-3B44-256E-551F02D63B0F}"/>
              </a:ext>
            </a:extLst>
          </p:cNvPr>
          <p:cNvSpPr>
            <a:spLocks noGrp="1"/>
          </p:cNvSpPr>
          <p:nvPr>
            <p:ph type="ctrTitle" hasCustomPrompt="1"/>
          </p:nvPr>
        </p:nvSpPr>
        <p:spPr>
          <a:xfrm>
            <a:off x="548640" y="489530"/>
            <a:ext cx="9144000" cy="729671"/>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 – one line</a:t>
            </a:r>
          </a:p>
        </p:txBody>
      </p:sp>
    </p:spTree>
    <p:extLst>
      <p:ext uri="{BB962C8B-B14F-4D97-AF65-F5344CB8AC3E}">
        <p14:creationId xmlns:p14="http://schemas.microsoft.com/office/powerpoint/2010/main" val="5514740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A294F-0A3C-A8B2-8E06-723427883007}"/>
              </a:ext>
            </a:extLst>
          </p:cNvPr>
          <p:cNvSpPr>
            <a:spLocks noGrp="1"/>
          </p:cNvSpPr>
          <p:nvPr>
            <p:ph type="ctrTitle" hasCustomPrompt="1"/>
          </p:nvPr>
        </p:nvSpPr>
        <p:spPr>
          <a:xfrm>
            <a:off x="548640" y="489529"/>
            <a:ext cx="9144000" cy="1158187"/>
          </a:xfrm>
          <a:prstGeom prst="rect">
            <a:avLst/>
          </a:prstGeom>
        </p:spPr>
        <p:txBody>
          <a:bodyPr lIns="0">
            <a:noAutofit/>
          </a:bodyPr>
          <a:lstStyle>
            <a:lvl1pPr>
              <a:defRPr sz="3400" b="0" i="0">
                <a:latin typeface="+mj-lt"/>
                <a:cs typeface="Arial Black" panose="020B0604020202020204" pitchFamily="34" charset="0"/>
              </a:defRPr>
            </a:lvl1pPr>
          </a:lstStyle>
          <a:p>
            <a:r>
              <a:rPr lang="en-US" dirty="0"/>
              <a:t>Click to edit title</a:t>
            </a:r>
          </a:p>
        </p:txBody>
      </p:sp>
    </p:spTree>
    <p:extLst>
      <p:ext uri="{BB962C8B-B14F-4D97-AF65-F5344CB8AC3E}">
        <p14:creationId xmlns:p14="http://schemas.microsoft.com/office/powerpoint/2010/main" val="4538402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01866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cSld name="Mission and value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116918-3577-D24F-9EBD-9AC16BA87F2B}"/>
              </a:ext>
            </a:extLst>
          </p:cNvPr>
          <p:cNvSpPr/>
          <p:nvPr/>
        </p:nvSpPr>
        <p:spPr>
          <a:xfrm>
            <a:off x="0" y="6348379"/>
            <a:ext cx="12192000" cy="509621"/>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C5B9F14-EB0F-4F13-7F51-2BF0772EB490}"/>
              </a:ext>
            </a:extLst>
          </p:cNvPr>
          <p:cNvSpPr/>
          <p:nvPr/>
        </p:nvSpPr>
        <p:spPr>
          <a:xfrm>
            <a:off x="0" y="6348379"/>
            <a:ext cx="12192000" cy="509621"/>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C8359AA-AA79-33C1-2257-D3680ADE9A74}"/>
              </a:ext>
            </a:extLst>
          </p:cNvPr>
          <p:cNvSpPr/>
          <p:nvPr/>
        </p:nvSpPr>
        <p:spPr>
          <a:xfrm>
            <a:off x="0" y="6348379"/>
            <a:ext cx="12192000" cy="509621"/>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D8E3201-12C6-84FA-64B5-2E8A4384FCC8}"/>
              </a:ext>
            </a:extLst>
          </p:cNvPr>
          <p:cNvSpPr/>
          <p:nvPr/>
        </p:nvSpPr>
        <p:spPr>
          <a:xfrm>
            <a:off x="0" y="6348379"/>
            <a:ext cx="12192000" cy="509621"/>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CE7FB85-6195-BF54-66F8-129BC02EE783}"/>
              </a:ext>
            </a:extLst>
          </p:cNvPr>
          <p:cNvSpPr/>
          <p:nvPr/>
        </p:nvSpPr>
        <p:spPr>
          <a:xfrm>
            <a:off x="0" y="6348379"/>
            <a:ext cx="12192000" cy="509621"/>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white background with black text&#10;&#10;AI-generated content may be incorrect.">
            <a:extLst>
              <a:ext uri="{FF2B5EF4-FFF2-40B4-BE49-F238E27FC236}">
                <a16:creationId xmlns:a16="http://schemas.microsoft.com/office/drawing/2014/main" id="{39073FC9-EC6C-5B47-75EF-8E7EF61D9BE7}"/>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1962"/>
            <a:ext cx="12192000" cy="6854075"/>
          </a:xfrm>
          <a:prstGeom prst="rect">
            <a:avLst/>
          </a:prstGeom>
        </p:spPr>
      </p:pic>
      <p:pic>
        <p:nvPicPr>
          <p:cNvPr id="10" name="Picture 9">
            <a:extLst>
              <a:ext uri="{FF2B5EF4-FFF2-40B4-BE49-F238E27FC236}">
                <a16:creationId xmlns:a16="http://schemas.microsoft.com/office/drawing/2014/main" id="{FBCBB317-D6BB-5E2B-B7DD-211A4C58A47D}"/>
              </a:ext>
            </a:extLst>
          </p:cNvPr>
          <p:cNvPicPr>
            <a:picLocks noGrp="1" noRot="1" noChangeAspect="1" noMove="1" noResize="1" noEditPoints="1" noAdjustHandles="1" noChangeArrowheads="1" noChangeShapeType="1" noCrop="1"/>
          </p:cNvPicPr>
          <p:nvPr/>
        </p:nvPicPr>
        <p:blipFill>
          <a:blip r:embed="rId3"/>
          <a:stretch>
            <a:fillRect/>
          </a:stretch>
        </p:blipFill>
        <p:spPr>
          <a:xfrm>
            <a:off x="10576560" y="358987"/>
            <a:ext cx="1219200" cy="308773"/>
          </a:xfrm>
          <a:prstGeom prst="rect">
            <a:avLst/>
          </a:prstGeom>
        </p:spPr>
      </p:pic>
      <p:sp>
        <p:nvSpPr>
          <p:cNvPr id="4" name="Rectangle 3">
            <a:extLst>
              <a:ext uri="{FF2B5EF4-FFF2-40B4-BE49-F238E27FC236}">
                <a16:creationId xmlns:a16="http://schemas.microsoft.com/office/drawing/2014/main" id="{ED8B67B5-2C05-5F35-1AFD-50EE7ABFE08E}"/>
              </a:ext>
            </a:extLst>
          </p:cNvPr>
          <p:cNvSpPr/>
          <p:nvPr userDrawn="1"/>
        </p:nvSpPr>
        <p:spPr>
          <a:xfrm>
            <a:off x="0" y="6348379"/>
            <a:ext cx="12192000" cy="509621"/>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57037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Company strategy">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390DB7-9440-7297-0E62-E2D27F457E27}"/>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38" name="Picture 37">
            <a:extLst>
              <a:ext uri="{FF2B5EF4-FFF2-40B4-BE49-F238E27FC236}">
                <a16:creationId xmlns:a16="http://schemas.microsoft.com/office/drawing/2014/main" id="{EB7947CC-CB94-9286-1C71-BBC2861C8869}"/>
              </a:ext>
            </a:extLst>
          </p:cNvPr>
          <p:cNvPicPr>
            <a:picLocks noGrp="1" noRot="1" noChangeAspect="1" noMove="1" noResize="1" noEditPoints="1" noAdjustHandles="1" noChangeArrowheads="1" noChangeShapeType="1" noCrop="1"/>
          </p:cNvPicPr>
          <p:nvPr/>
        </p:nvPicPr>
        <p:blipFill>
          <a:blip r:embed="rId3"/>
          <a:stretch>
            <a:fillRect/>
          </a:stretch>
        </p:blipFill>
        <p:spPr>
          <a:xfrm>
            <a:off x="10576560" y="358987"/>
            <a:ext cx="1219200" cy="308773"/>
          </a:xfrm>
          <a:prstGeom prst="rect">
            <a:avLst/>
          </a:prstGeom>
        </p:spPr>
      </p:pic>
      <p:pic>
        <p:nvPicPr>
          <p:cNvPr id="3" name="Picture 2">
            <a:extLst>
              <a:ext uri="{FF2B5EF4-FFF2-40B4-BE49-F238E27FC236}">
                <a16:creationId xmlns:a16="http://schemas.microsoft.com/office/drawing/2014/main" id="{68BCD3A3-52F3-9679-32F4-16970BFF20B4}"/>
              </a:ext>
            </a:extLst>
          </p:cNvPr>
          <p:cNvPicPr/>
          <p:nvPr userDrawn="1"/>
        </p:nvPicPr>
        <p:blipFill>
          <a:blip r:embed="rId3"/>
          <a:stretch>
            <a:fillRect/>
          </a:stretch>
        </p:blipFill>
        <p:spPr>
          <a:xfrm>
            <a:off x="10576560" y="358987"/>
            <a:ext cx="1219200" cy="308773"/>
          </a:xfrm>
          <a:prstGeom prst="rect">
            <a:avLst/>
          </a:prstGeom>
        </p:spPr>
      </p:pic>
    </p:spTree>
    <p:extLst>
      <p:ext uri="{BB962C8B-B14F-4D97-AF65-F5344CB8AC3E}">
        <p14:creationId xmlns:p14="http://schemas.microsoft.com/office/powerpoint/2010/main" val="42681241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Culture">
    <p:spTree>
      <p:nvGrpSpPr>
        <p:cNvPr id="1" name=""/>
        <p:cNvGrpSpPr/>
        <p:nvPr/>
      </p:nvGrpSpPr>
      <p:grpSpPr>
        <a:xfrm>
          <a:off x="0" y="0"/>
          <a:ext cx="0" cy="0"/>
          <a:chOff x="0" y="0"/>
          <a:chExt cx="0" cy="0"/>
        </a:xfrm>
      </p:grpSpPr>
      <p:pic>
        <p:nvPicPr>
          <p:cNvPr id="3" name="Picture 2" descr="A white and orange rectangular boxes with black text&#10;&#10;AI-generated content may be incorrect.">
            <a:extLst>
              <a:ext uri="{FF2B5EF4-FFF2-40B4-BE49-F238E27FC236}">
                <a16:creationId xmlns:a16="http://schemas.microsoft.com/office/drawing/2014/main" id="{5523E2CD-8DC9-1B00-67B6-7AAB051AD76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1962"/>
            <a:ext cx="12192000" cy="6854075"/>
          </a:xfrm>
          <a:prstGeom prst="rect">
            <a:avLst/>
          </a:prstGeom>
        </p:spPr>
      </p:pic>
      <p:pic>
        <p:nvPicPr>
          <p:cNvPr id="12" name="Picture 11">
            <a:extLst>
              <a:ext uri="{FF2B5EF4-FFF2-40B4-BE49-F238E27FC236}">
                <a16:creationId xmlns:a16="http://schemas.microsoft.com/office/drawing/2014/main" id="{F18F51BA-6768-0074-2192-996F58F04CA3}"/>
              </a:ext>
            </a:extLst>
          </p:cNvPr>
          <p:cNvPicPr>
            <a:picLocks noGrp="1" noRot="1" noChangeAspect="1" noMove="1" noResize="1" noEditPoints="1" noAdjustHandles="1" noChangeArrowheads="1" noChangeShapeType="1" noCrop="1"/>
          </p:cNvPicPr>
          <p:nvPr/>
        </p:nvPicPr>
        <p:blipFill>
          <a:blip r:embed="rId3"/>
          <a:stretch>
            <a:fillRect/>
          </a:stretch>
        </p:blipFill>
        <p:spPr>
          <a:xfrm>
            <a:off x="10576560" y="358987"/>
            <a:ext cx="1219200" cy="308773"/>
          </a:xfrm>
          <a:prstGeom prst="rect">
            <a:avLst/>
          </a:prstGeom>
        </p:spPr>
      </p:pic>
    </p:spTree>
    <p:extLst>
      <p:ext uri="{BB962C8B-B14F-4D97-AF65-F5344CB8AC3E}">
        <p14:creationId xmlns:p14="http://schemas.microsoft.com/office/powerpoint/2010/main" val="63997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Patient impact">
    <p:spTree>
      <p:nvGrpSpPr>
        <p:cNvPr id="1" name=""/>
        <p:cNvGrpSpPr/>
        <p:nvPr/>
      </p:nvGrpSpPr>
      <p:grpSpPr>
        <a:xfrm>
          <a:off x="0" y="0"/>
          <a:ext cx="0" cy="0"/>
          <a:chOff x="0" y="0"/>
          <a:chExt cx="0" cy="0"/>
        </a:xfrm>
      </p:grpSpPr>
      <p:pic>
        <p:nvPicPr>
          <p:cNvPr id="4" name="Picture 3" descr="A group of people with different colored figures&#10;&#10;AI-generated content may be incorrect.">
            <a:extLst>
              <a:ext uri="{FF2B5EF4-FFF2-40B4-BE49-F238E27FC236}">
                <a16:creationId xmlns:a16="http://schemas.microsoft.com/office/drawing/2014/main" id="{4B0FC489-93EA-6A17-5A4C-9F6667C8F136}"/>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1962"/>
            <a:ext cx="12192000" cy="6854075"/>
          </a:xfrm>
          <a:prstGeom prst="rect">
            <a:avLst/>
          </a:prstGeom>
        </p:spPr>
      </p:pic>
      <p:pic>
        <p:nvPicPr>
          <p:cNvPr id="5" name="Picture 4">
            <a:extLst>
              <a:ext uri="{FF2B5EF4-FFF2-40B4-BE49-F238E27FC236}">
                <a16:creationId xmlns:a16="http://schemas.microsoft.com/office/drawing/2014/main" id="{AB1A5EAF-5E25-20F2-B952-D4FAE13BAA53}"/>
              </a:ext>
            </a:extLst>
          </p:cNvPr>
          <p:cNvPicPr>
            <a:picLocks noGrp="1" noRot="1" noChangeAspect="1" noMove="1" noResize="1" noEditPoints="1" noAdjustHandles="1" noChangeArrowheads="1" noChangeShapeType="1" noCrop="1"/>
          </p:cNvPicPr>
          <p:nvPr/>
        </p:nvPicPr>
        <p:blipFill>
          <a:blip r:embed="rId3"/>
          <a:stretch>
            <a:fillRect/>
          </a:stretch>
        </p:blipFill>
        <p:spPr>
          <a:xfrm>
            <a:off x="10576560" y="358987"/>
            <a:ext cx="1219200" cy="308773"/>
          </a:xfrm>
          <a:prstGeom prst="rect">
            <a:avLst/>
          </a:prstGeom>
        </p:spPr>
      </p:pic>
    </p:spTree>
    <p:extLst>
      <p:ext uri="{BB962C8B-B14F-4D97-AF65-F5344CB8AC3E}">
        <p14:creationId xmlns:p14="http://schemas.microsoft.com/office/powerpoint/2010/main" val="343116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 name="Text Placeholder 10"/>
          <p:cNvSpPr txBox="1">
            <a:spLocks/>
          </p:cNvSpPr>
          <p:nvPr userDrawn="1"/>
        </p:nvSpPr>
        <p:spPr>
          <a:xfrm>
            <a:off x="5634567" y="6584405"/>
            <a:ext cx="5892800" cy="146304"/>
          </a:xfrm>
          <a:prstGeom prst="rect">
            <a:avLst/>
          </a:prstGeom>
        </p:spPr>
        <p:txBody>
          <a:bodyPr vert="horz" anchor="ctr"/>
          <a:lstStyle>
            <a:lvl1pPr marL="0" indent="0" algn="r" rtl="0" eaLnBrk="0" fontAlgn="base" hangingPunct="0">
              <a:lnSpc>
                <a:spcPct val="100000"/>
              </a:lnSpc>
              <a:spcBef>
                <a:spcPct val="0"/>
              </a:spcBef>
              <a:spcAft>
                <a:spcPts val="1200"/>
              </a:spcAft>
              <a:buFont typeface="Arial Black" charset="0"/>
              <a:buNone/>
              <a:defRPr sz="900" kern="1200">
                <a:solidFill>
                  <a:schemeClr val="tx1"/>
                </a:solidFill>
                <a:latin typeface="Rockwell"/>
                <a:ea typeface="MS PGothic" pitchFamily="34" charset="-128"/>
                <a:cs typeface="Rockwell"/>
              </a:defRPr>
            </a:lvl1pPr>
            <a:lvl2pPr marL="4572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2pPr>
            <a:lvl3pPr marL="6858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3pPr>
            <a:lvl4pPr marL="914400" indent="-228600" algn="l" rtl="0" eaLnBrk="0" fontAlgn="base" hangingPunct="0">
              <a:lnSpc>
                <a:spcPts val="2100"/>
              </a:lnSpc>
              <a:spcBef>
                <a:spcPct val="0"/>
              </a:spcBef>
              <a:spcAft>
                <a:spcPts val="1200"/>
              </a:spcAft>
              <a:buFont typeface="Arial Black" charset="0"/>
              <a:buChar char="•"/>
              <a:defRPr kern="1200">
                <a:solidFill>
                  <a:schemeClr val="tx1"/>
                </a:solidFill>
                <a:latin typeface="+mn-lt"/>
                <a:ea typeface="MS PGothic" pitchFamily="34" charset="-128"/>
                <a:cs typeface="MS PGothic" charset="0"/>
              </a:defRPr>
            </a:lvl4pPr>
            <a:lvl5pPr marL="1143000" indent="-228600" algn="l" rtl="0" eaLnBrk="0" fontAlgn="base" hangingPunct="0">
              <a:lnSpc>
                <a:spcPts val="2100"/>
              </a:lnSpc>
              <a:spcBef>
                <a:spcPct val="0"/>
              </a:spcBef>
              <a:spcAft>
                <a:spcPts val="1200"/>
              </a:spcAft>
              <a:buFont typeface="Cambria" charset="0"/>
              <a:buChar char="̶"/>
              <a:defRPr kern="1200">
                <a:solidFill>
                  <a:schemeClr val="tx1"/>
                </a:solidFill>
                <a:latin typeface="+mn-lt"/>
                <a:ea typeface="MS PGothic" pitchFamily="34" charset="-128"/>
                <a:cs typeface="MS PGothic" charset="0"/>
              </a:defRPr>
            </a:lvl5pPr>
            <a:lvl6pPr marL="1371600" indent="-228600" algn="l" defTabSz="914400" rtl="0" eaLnBrk="1" latinLnBrk="0" hangingPunct="1">
              <a:lnSpc>
                <a:spcPts val="2100"/>
              </a:lnSpc>
              <a:spcBef>
                <a:spcPts val="0"/>
              </a:spcBef>
              <a:spcAft>
                <a:spcPts val="1200"/>
              </a:spcAft>
              <a:buFont typeface="Arial Black" panose="020B0604020202020204" pitchFamily="34" charset="0"/>
              <a:buChar char="•"/>
              <a:defRPr sz="1800" kern="1200" baseline="0">
                <a:solidFill>
                  <a:schemeClr val="tx1"/>
                </a:solidFill>
                <a:latin typeface="+mn-lt"/>
                <a:ea typeface="+mn-ea"/>
                <a:cs typeface="+mn-cs"/>
              </a:defRPr>
            </a:lvl6pPr>
            <a:lvl7pPr marL="1600200" indent="-228600" algn="l" defTabSz="914400" rtl="0" eaLnBrk="1" latinLnBrk="0" hangingPunct="1">
              <a:lnSpc>
                <a:spcPts val="2100"/>
              </a:lnSpc>
              <a:spcBef>
                <a:spcPts val="0"/>
              </a:spcBef>
              <a:spcAft>
                <a:spcPts val="1200"/>
              </a:spcAft>
              <a:buFont typeface="Cambria" panose="02040503050406030204" pitchFamily="18" charset="0"/>
              <a:buChar char="̶"/>
              <a:defRPr sz="1800" kern="1200" baseline="0">
                <a:solidFill>
                  <a:schemeClr val="tx1"/>
                </a:solidFill>
                <a:latin typeface="+mn-lt"/>
                <a:ea typeface="+mn-ea"/>
                <a:cs typeface="+mn-cs"/>
              </a:defRPr>
            </a:lvl7pPr>
            <a:lvl8pPr marL="3429000" indent="-228600" algn="l" defTabSz="914400" rtl="0" eaLnBrk="1" latinLnBrk="0" hangingPunct="1">
              <a:spcBef>
                <a:spcPct val="20000"/>
              </a:spcBef>
              <a:buFont typeface="Arial Black"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Black" panose="020B0604020202020204" pitchFamily="34" charset="0"/>
              <a:buChar char="•"/>
              <a:defRPr sz="2000" kern="1200">
                <a:solidFill>
                  <a:schemeClr val="tx1"/>
                </a:solidFill>
                <a:latin typeface="+mn-lt"/>
                <a:ea typeface="+mn-ea"/>
                <a:cs typeface="+mn-cs"/>
              </a:defRPr>
            </a:lvl9pPr>
          </a:lstStyle>
          <a:p>
            <a:r>
              <a:rPr lang="en-US" sz="1200" b="0" i="0" dirty="0">
                <a:latin typeface="+mn-lt"/>
                <a:cs typeface="Cambria"/>
              </a:rPr>
              <a:t>Edit presentation title (PPT desktop app &gt; View &gt; Slide Master)</a:t>
            </a:r>
          </a:p>
        </p:txBody>
      </p:sp>
      <p:sp>
        <p:nvSpPr>
          <p:cNvPr id="10" name="Slide Number Placeholder 5"/>
          <p:cNvSpPr txBox="1">
            <a:spLocks/>
          </p:cNvSpPr>
          <p:nvPr/>
        </p:nvSpPr>
        <p:spPr>
          <a:xfrm>
            <a:off x="11417354" y="6570304"/>
            <a:ext cx="304797" cy="184666"/>
          </a:xfrm>
          <a:prstGeom prst="rect">
            <a:avLst/>
          </a:prstGeom>
        </p:spPr>
        <p:txBody>
          <a:bodyPr vert="horz" wrap="square" lIns="0" tIns="0" rIns="0" bIns="0" numCol="1" anchor="ctr" anchorCtr="0" compatLnSpc="1">
            <a:prstTxWarp prst="textNoShape">
              <a:avLst/>
            </a:prstTxWarp>
            <a:spAutoFit/>
          </a:bodyPr>
          <a:lstStyle>
            <a:defPPr>
              <a:defRPr lang="en-US"/>
            </a:defPPr>
            <a:lvl1pPr algn="l" rtl="0" fontAlgn="base">
              <a:spcBef>
                <a:spcPct val="0"/>
              </a:spcBef>
              <a:spcAft>
                <a:spcPct val="0"/>
              </a:spcAft>
              <a:defRPr sz="900" kern="1200">
                <a:solidFill>
                  <a:schemeClr val="tx2"/>
                </a:solidFill>
                <a:latin typeface="Cambria"/>
                <a:ea typeface="MS PGothic" charset="0"/>
                <a:cs typeface="Cambria"/>
              </a:defRPr>
            </a:lvl1pPr>
            <a:lvl2pPr marL="457200" algn="l" rtl="0" fontAlgn="base">
              <a:spcBef>
                <a:spcPct val="0"/>
              </a:spcBef>
              <a:spcAft>
                <a:spcPct val="0"/>
              </a:spcAft>
              <a:defRPr kern="1200">
                <a:solidFill>
                  <a:schemeClr val="tx1"/>
                </a:solidFill>
                <a:latin typeface="Cambria" charset="0"/>
                <a:ea typeface="MS PGothic" charset="0"/>
                <a:cs typeface="MS PGothic" charset="0"/>
              </a:defRPr>
            </a:lvl2pPr>
            <a:lvl3pPr marL="914400" algn="l" rtl="0" fontAlgn="base">
              <a:spcBef>
                <a:spcPct val="0"/>
              </a:spcBef>
              <a:spcAft>
                <a:spcPct val="0"/>
              </a:spcAft>
              <a:defRPr kern="1200">
                <a:solidFill>
                  <a:schemeClr val="tx1"/>
                </a:solidFill>
                <a:latin typeface="Cambria" charset="0"/>
                <a:ea typeface="MS PGothic" charset="0"/>
                <a:cs typeface="MS PGothic" charset="0"/>
              </a:defRPr>
            </a:lvl3pPr>
            <a:lvl4pPr marL="1371600" algn="l" rtl="0" fontAlgn="base">
              <a:spcBef>
                <a:spcPct val="0"/>
              </a:spcBef>
              <a:spcAft>
                <a:spcPct val="0"/>
              </a:spcAft>
              <a:defRPr kern="1200">
                <a:solidFill>
                  <a:schemeClr val="tx1"/>
                </a:solidFill>
                <a:latin typeface="Cambria" charset="0"/>
                <a:ea typeface="MS PGothic" charset="0"/>
                <a:cs typeface="MS PGothic" charset="0"/>
              </a:defRPr>
            </a:lvl4pPr>
            <a:lvl5pPr marL="1828800" algn="l" rtl="0" fontAlgn="base">
              <a:spcBef>
                <a:spcPct val="0"/>
              </a:spcBef>
              <a:spcAft>
                <a:spcPct val="0"/>
              </a:spcAft>
              <a:defRPr kern="1200">
                <a:solidFill>
                  <a:schemeClr val="tx1"/>
                </a:solidFill>
                <a:latin typeface="Cambria" charset="0"/>
                <a:ea typeface="MS PGothic" charset="0"/>
                <a:cs typeface="MS PGothic" charset="0"/>
              </a:defRPr>
            </a:lvl5pPr>
            <a:lvl6pPr marL="2286000" algn="l" defTabSz="457200" rtl="0" eaLnBrk="1" latinLnBrk="0" hangingPunct="1">
              <a:defRPr kern="1200">
                <a:solidFill>
                  <a:schemeClr val="tx1"/>
                </a:solidFill>
                <a:latin typeface="Cambria" charset="0"/>
                <a:ea typeface="MS PGothic" charset="0"/>
                <a:cs typeface="MS PGothic" charset="0"/>
              </a:defRPr>
            </a:lvl6pPr>
            <a:lvl7pPr marL="2743200" algn="l" defTabSz="457200" rtl="0" eaLnBrk="1" latinLnBrk="0" hangingPunct="1">
              <a:defRPr kern="1200">
                <a:solidFill>
                  <a:schemeClr val="tx1"/>
                </a:solidFill>
                <a:latin typeface="Cambria" charset="0"/>
                <a:ea typeface="MS PGothic" charset="0"/>
                <a:cs typeface="MS PGothic" charset="0"/>
              </a:defRPr>
            </a:lvl7pPr>
            <a:lvl8pPr marL="3200400" algn="l" defTabSz="457200" rtl="0" eaLnBrk="1" latinLnBrk="0" hangingPunct="1">
              <a:defRPr kern="1200">
                <a:solidFill>
                  <a:schemeClr val="tx1"/>
                </a:solidFill>
                <a:latin typeface="Cambria" charset="0"/>
                <a:ea typeface="MS PGothic" charset="0"/>
                <a:cs typeface="MS PGothic" charset="0"/>
              </a:defRPr>
            </a:lvl8pPr>
            <a:lvl9pPr marL="3657600" algn="l" defTabSz="457200" rtl="0" eaLnBrk="1" latinLnBrk="0" hangingPunct="1">
              <a:defRPr kern="1200">
                <a:solidFill>
                  <a:schemeClr val="tx1"/>
                </a:solidFill>
                <a:latin typeface="Cambria" charset="0"/>
                <a:ea typeface="MS PGothic" charset="0"/>
                <a:cs typeface="MS PGothic" charset="0"/>
              </a:defRPr>
            </a:lvl9pPr>
          </a:lstStyle>
          <a:p>
            <a:pPr algn="r"/>
            <a:fld id="{210D6F30-3479-EB47-B616-273BCC2A68D5}" type="slidenum">
              <a:rPr lang="en-US" sz="1200" b="0" i="0" smtClean="0">
                <a:latin typeface="Cambria" panose="02040503050406030204" pitchFamily="18" charset="0"/>
              </a:rPr>
              <a:pPr algn="r"/>
              <a:t>‹#›</a:t>
            </a:fld>
            <a:endParaRPr lang="en-US" sz="1200" b="0" i="0" dirty="0">
              <a:latin typeface="Cambria" panose="02040503050406030204" pitchFamily="18" charset="0"/>
            </a:endParaRPr>
          </a:p>
        </p:txBody>
      </p:sp>
      <p:sp>
        <p:nvSpPr>
          <p:cNvPr id="3" name="TextBox 2">
            <a:extLst>
              <a:ext uri="{FF2B5EF4-FFF2-40B4-BE49-F238E27FC236}">
                <a16:creationId xmlns:a16="http://schemas.microsoft.com/office/drawing/2014/main" id="{20D1CD6E-570C-6FD0-A824-DC8D74BE82D2}"/>
              </a:ext>
            </a:extLst>
          </p:cNvPr>
          <p:cNvSpPr txBox="1"/>
          <p:nvPr/>
        </p:nvSpPr>
        <p:spPr>
          <a:xfrm>
            <a:off x="548218" y="6565511"/>
            <a:ext cx="6160654" cy="230832"/>
          </a:xfrm>
          <a:prstGeom prst="rect">
            <a:avLst/>
          </a:prstGeom>
          <a:noFill/>
        </p:spPr>
        <p:txBody>
          <a:bodyPr wrap="square" lIns="0">
            <a:spAutoFit/>
          </a:bodyPr>
          <a:lstStyle/>
          <a:p>
            <a:r>
              <a:rPr lang="en-US" sz="900" b="0" i="0" dirty="0">
                <a:latin typeface="+mn-lt"/>
              </a:rPr>
              <a:t>Stryker’s confidential information | Internal use only | Copyright 20XX</a:t>
            </a:r>
          </a:p>
        </p:txBody>
      </p:sp>
      <p:sp>
        <p:nvSpPr>
          <p:cNvPr id="2" name="Slide Number Placeholder 5">
            <a:extLst>
              <a:ext uri="{FF2B5EF4-FFF2-40B4-BE49-F238E27FC236}">
                <a16:creationId xmlns:a16="http://schemas.microsoft.com/office/drawing/2014/main" id="{31C6B406-EC0D-54E3-CCE6-FF88229098B0}"/>
              </a:ext>
            </a:extLst>
          </p:cNvPr>
          <p:cNvSpPr txBox="1">
            <a:spLocks/>
          </p:cNvSpPr>
          <p:nvPr/>
        </p:nvSpPr>
        <p:spPr>
          <a:xfrm>
            <a:off x="11417354" y="6570304"/>
            <a:ext cx="304797" cy="184666"/>
          </a:xfrm>
          <a:prstGeom prst="rect">
            <a:avLst/>
          </a:prstGeom>
        </p:spPr>
        <p:txBody>
          <a:bodyPr vert="horz" wrap="square" lIns="0" tIns="0" rIns="0" bIns="0" numCol="1" anchor="ctr" anchorCtr="0" compatLnSpc="1">
            <a:prstTxWarp prst="textNoShape">
              <a:avLst/>
            </a:prstTxWarp>
            <a:spAutoFit/>
          </a:bodyPr>
          <a:lstStyle>
            <a:defPPr>
              <a:defRPr lang="en-US"/>
            </a:defPPr>
            <a:lvl1pPr algn="l" rtl="0" fontAlgn="base">
              <a:spcBef>
                <a:spcPct val="0"/>
              </a:spcBef>
              <a:spcAft>
                <a:spcPct val="0"/>
              </a:spcAft>
              <a:defRPr sz="900" kern="1200">
                <a:solidFill>
                  <a:schemeClr val="tx2"/>
                </a:solidFill>
                <a:latin typeface="Cambria"/>
                <a:ea typeface="MS PGothic" charset="0"/>
                <a:cs typeface="Cambria"/>
              </a:defRPr>
            </a:lvl1pPr>
            <a:lvl2pPr marL="457200" algn="l" rtl="0" fontAlgn="base">
              <a:spcBef>
                <a:spcPct val="0"/>
              </a:spcBef>
              <a:spcAft>
                <a:spcPct val="0"/>
              </a:spcAft>
              <a:defRPr kern="1200">
                <a:solidFill>
                  <a:schemeClr val="tx1"/>
                </a:solidFill>
                <a:latin typeface="Cambria" charset="0"/>
                <a:ea typeface="MS PGothic" charset="0"/>
                <a:cs typeface="MS PGothic" charset="0"/>
              </a:defRPr>
            </a:lvl2pPr>
            <a:lvl3pPr marL="914400" algn="l" rtl="0" fontAlgn="base">
              <a:spcBef>
                <a:spcPct val="0"/>
              </a:spcBef>
              <a:spcAft>
                <a:spcPct val="0"/>
              </a:spcAft>
              <a:defRPr kern="1200">
                <a:solidFill>
                  <a:schemeClr val="tx1"/>
                </a:solidFill>
                <a:latin typeface="Cambria" charset="0"/>
                <a:ea typeface="MS PGothic" charset="0"/>
                <a:cs typeface="MS PGothic" charset="0"/>
              </a:defRPr>
            </a:lvl3pPr>
            <a:lvl4pPr marL="1371600" algn="l" rtl="0" fontAlgn="base">
              <a:spcBef>
                <a:spcPct val="0"/>
              </a:spcBef>
              <a:spcAft>
                <a:spcPct val="0"/>
              </a:spcAft>
              <a:defRPr kern="1200">
                <a:solidFill>
                  <a:schemeClr val="tx1"/>
                </a:solidFill>
                <a:latin typeface="Cambria" charset="0"/>
                <a:ea typeface="MS PGothic" charset="0"/>
                <a:cs typeface="MS PGothic" charset="0"/>
              </a:defRPr>
            </a:lvl4pPr>
            <a:lvl5pPr marL="1828800" algn="l" rtl="0" fontAlgn="base">
              <a:spcBef>
                <a:spcPct val="0"/>
              </a:spcBef>
              <a:spcAft>
                <a:spcPct val="0"/>
              </a:spcAft>
              <a:defRPr kern="1200">
                <a:solidFill>
                  <a:schemeClr val="tx1"/>
                </a:solidFill>
                <a:latin typeface="Cambria" charset="0"/>
                <a:ea typeface="MS PGothic" charset="0"/>
                <a:cs typeface="MS PGothic" charset="0"/>
              </a:defRPr>
            </a:lvl5pPr>
            <a:lvl6pPr marL="2286000" algn="l" defTabSz="457200" rtl="0" eaLnBrk="1" latinLnBrk="0" hangingPunct="1">
              <a:defRPr kern="1200">
                <a:solidFill>
                  <a:schemeClr val="tx1"/>
                </a:solidFill>
                <a:latin typeface="Cambria" charset="0"/>
                <a:ea typeface="MS PGothic" charset="0"/>
                <a:cs typeface="MS PGothic" charset="0"/>
              </a:defRPr>
            </a:lvl6pPr>
            <a:lvl7pPr marL="2743200" algn="l" defTabSz="457200" rtl="0" eaLnBrk="1" latinLnBrk="0" hangingPunct="1">
              <a:defRPr kern="1200">
                <a:solidFill>
                  <a:schemeClr val="tx1"/>
                </a:solidFill>
                <a:latin typeface="Cambria" charset="0"/>
                <a:ea typeface="MS PGothic" charset="0"/>
                <a:cs typeface="MS PGothic" charset="0"/>
              </a:defRPr>
            </a:lvl7pPr>
            <a:lvl8pPr marL="3200400" algn="l" defTabSz="457200" rtl="0" eaLnBrk="1" latinLnBrk="0" hangingPunct="1">
              <a:defRPr kern="1200">
                <a:solidFill>
                  <a:schemeClr val="tx1"/>
                </a:solidFill>
                <a:latin typeface="Cambria" charset="0"/>
                <a:ea typeface="MS PGothic" charset="0"/>
                <a:cs typeface="MS PGothic" charset="0"/>
              </a:defRPr>
            </a:lvl8pPr>
            <a:lvl9pPr marL="3657600" algn="l" defTabSz="457200" rtl="0" eaLnBrk="1" latinLnBrk="0" hangingPunct="1">
              <a:defRPr kern="1200">
                <a:solidFill>
                  <a:schemeClr val="tx1"/>
                </a:solidFill>
                <a:latin typeface="Cambria" charset="0"/>
                <a:ea typeface="MS PGothic" charset="0"/>
                <a:cs typeface="MS PGothic" charset="0"/>
              </a:defRPr>
            </a:lvl9pPr>
          </a:lstStyle>
          <a:p>
            <a:pPr algn="r"/>
            <a:fld id="{210D6F30-3479-EB47-B616-273BCC2A68D5}" type="slidenum">
              <a:rPr lang="en-US" sz="1200" b="0" i="0" smtClean="0">
                <a:latin typeface="Cambria" panose="02040503050406030204" pitchFamily="18" charset="0"/>
              </a:rPr>
              <a:pPr algn="r"/>
              <a:t>‹#›</a:t>
            </a:fld>
            <a:endParaRPr lang="en-US" sz="1200" b="0" i="0" dirty="0">
              <a:latin typeface="Cambria" panose="02040503050406030204" pitchFamily="18" charset="0"/>
            </a:endParaRPr>
          </a:p>
        </p:txBody>
      </p:sp>
      <p:pic>
        <p:nvPicPr>
          <p:cNvPr id="6" name="Picture 5">
            <a:extLst>
              <a:ext uri="{FF2B5EF4-FFF2-40B4-BE49-F238E27FC236}">
                <a16:creationId xmlns:a16="http://schemas.microsoft.com/office/drawing/2014/main" id="{EB115754-90B3-DC3A-E292-F8750A0BF34C}"/>
              </a:ext>
            </a:extLst>
          </p:cNvPr>
          <p:cNvPicPr>
            <a:picLocks noChangeAspect="1"/>
          </p:cNvPicPr>
          <p:nvPr userDrawn="1"/>
        </p:nvPicPr>
        <p:blipFill>
          <a:blip r:embed="rId30"/>
          <a:stretch>
            <a:fillRect/>
          </a:stretch>
        </p:blipFill>
        <p:spPr>
          <a:xfrm>
            <a:off x="10576560" y="358987"/>
            <a:ext cx="1219200" cy="308773"/>
          </a:xfrm>
          <a:prstGeom prst="rect">
            <a:avLst/>
          </a:prstGeom>
        </p:spPr>
      </p:pic>
    </p:spTree>
    <p:extLst>
      <p:ext uri="{BB962C8B-B14F-4D97-AF65-F5344CB8AC3E}">
        <p14:creationId xmlns:p14="http://schemas.microsoft.com/office/powerpoint/2010/main" val="11055204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hf hdr="0" ftr="0"/>
  <p:txStyles>
    <p:titleStyle>
      <a:lvl1pPr algn="l" rtl="0" eaLnBrk="1" fontAlgn="base" hangingPunct="1">
        <a:spcBef>
          <a:spcPct val="0"/>
        </a:spcBef>
        <a:spcAft>
          <a:spcPts val="2667"/>
        </a:spcAft>
        <a:defRPr sz="3333" kern="1200">
          <a:solidFill>
            <a:schemeClr val="tx1"/>
          </a:solidFill>
          <a:latin typeface="+mj-lt"/>
          <a:ea typeface="MS PGothic" pitchFamily="34" charset="-128"/>
          <a:cs typeface="MS PGothic" charset="0"/>
        </a:defRPr>
      </a:lvl1pPr>
      <a:lvl2pPr algn="l" rtl="0" eaLnBrk="1" fontAlgn="base" hangingPunct="1">
        <a:spcBef>
          <a:spcPct val="0"/>
        </a:spcBef>
        <a:spcAft>
          <a:spcPts val="2667"/>
        </a:spcAft>
        <a:defRPr sz="3333">
          <a:solidFill>
            <a:schemeClr val="tx1"/>
          </a:solidFill>
          <a:latin typeface="Arial Black" charset="0"/>
          <a:ea typeface="MS PGothic" pitchFamily="34" charset="-128"/>
          <a:cs typeface="MS PGothic" charset="0"/>
        </a:defRPr>
      </a:lvl2pPr>
      <a:lvl3pPr algn="l" rtl="0" eaLnBrk="1" fontAlgn="base" hangingPunct="1">
        <a:spcBef>
          <a:spcPct val="0"/>
        </a:spcBef>
        <a:spcAft>
          <a:spcPts val="2667"/>
        </a:spcAft>
        <a:defRPr sz="3333">
          <a:solidFill>
            <a:schemeClr val="tx1"/>
          </a:solidFill>
          <a:latin typeface="Arial Black" charset="0"/>
          <a:ea typeface="MS PGothic" pitchFamily="34" charset="-128"/>
          <a:cs typeface="MS PGothic" charset="0"/>
        </a:defRPr>
      </a:lvl3pPr>
      <a:lvl4pPr algn="l" rtl="0" eaLnBrk="1" fontAlgn="base" hangingPunct="1">
        <a:spcBef>
          <a:spcPct val="0"/>
        </a:spcBef>
        <a:spcAft>
          <a:spcPts val="2667"/>
        </a:spcAft>
        <a:defRPr sz="3333">
          <a:solidFill>
            <a:schemeClr val="tx1"/>
          </a:solidFill>
          <a:latin typeface="Arial Black" charset="0"/>
          <a:ea typeface="MS PGothic" pitchFamily="34" charset="-128"/>
          <a:cs typeface="MS PGothic" charset="0"/>
        </a:defRPr>
      </a:lvl4pPr>
      <a:lvl5pPr algn="l" rtl="0" eaLnBrk="1" fontAlgn="base" hangingPunct="1">
        <a:spcBef>
          <a:spcPct val="0"/>
        </a:spcBef>
        <a:spcAft>
          <a:spcPts val="2667"/>
        </a:spcAft>
        <a:defRPr sz="3333">
          <a:solidFill>
            <a:schemeClr val="tx1"/>
          </a:solidFill>
          <a:latin typeface="Arial Black" charset="0"/>
          <a:ea typeface="MS PGothic" pitchFamily="34" charset="-128"/>
          <a:cs typeface="MS PGothic" charset="0"/>
        </a:defRPr>
      </a:lvl5pPr>
      <a:lvl6pPr marL="609585" algn="l" rtl="0" eaLnBrk="1" fontAlgn="base" hangingPunct="1">
        <a:spcBef>
          <a:spcPct val="0"/>
        </a:spcBef>
        <a:spcAft>
          <a:spcPts val="2667"/>
        </a:spcAft>
        <a:defRPr sz="3333">
          <a:solidFill>
            <a:schemeClr val="tx1"/>
          </a:solidFill>
          <a:latin typeface="Arial Black" charset="0"/>
          <a:ea typeface="ＭＳ Ｐゴシック" charset="0"/>
        </a:defRPr>
      </a:lvl6pPr>
      <a:lvl7pPr marL="1219170" algn="l" rtl="0" eaLnBrk="1" fontAlgn="base" hangingPunct="1">
        <a:spcBef>
          <a:spcPct val="0"/>
        </a:spcBef>
        <a:spcAft>
          <a:spcPts val="2667"/>
        </a:spcAft>
        <a:defRPr sz="3333">
          <a:solidFill>
            <a:schemeClr val="tx1"/>
          </a:solidFill>
          <a:latin typeface="Arial Black" charset="0"/>
          <a:ea typeface="ＭＳ Ｐゴシック" charset="0"/>
        </a:defRPr>
      </a:lvl7pPr>
      <a:lvl8pPr marL="1828754" algn="l" rtl="0" eaLnBrk="1" fontAlgn="base" hangingPunct="1">
        <a:spcBef>
          <a:spcPct val="0"/>
        </a:spcBef>
        <a:spcAft>
          <a:spcPts val="2667"/>
        </a:spcAft>
        <a:defRPr sz="3333">
          <a:solidFill>
            <a:schemeClr val="tx1"/>
          </a:solidFill>
          <a:latin typeface="Arial Black" charset="0"/>
          <a:ea typeface="ＭＳ Ｐゴシック" charset="0"/>
        </a:defRPr>
      </a:lvl8pPr>
      <a:lvl9pPr marL="2438339" algn="l" rtl="0" eaLnBrk="1" fontAlgn="base" hangingPunct="1">
        <a:spcBef>
          <a:spcPct val="0"/>
        </a:spcBef>
        <a:spcAft>
          <a:spcPts val="2667"/>
        </a:spcAft>
        <a:defRPr sz="3333">
          <a:solidFill>
            <a:schemeClr val="tx1"/>
          </a:solidFill>
          <a:latin typeface="Arial Black" charset="0"/>
          <a:ea typeface="ＭＳ Ｐゴシック" charset="0"/>
        </a:defRPr>
      </a:lvl9pPr>
    </p:titleStyle>
    <p:bodyStyle>
      <a:lvl1pPr marL="0" indent="0" algn="l" rtl="0" eaLnBrk="1" fontAlgn="base" hangingPunct="1">
        <a:lnSpc>
          <a:spcPct val="100000"/>
        </a:lnSpc>
        <a:spcBef>
          <a:spcPct val="0"/>
        </a:spcBef>
        <a:spcAft>
          <a:spcPts val="1600"/>
        </a:spcAft>
        <a:buFont typeface="Arial Black" panose="020B0604020202020204" pitchFamily="34" charset="0"/>
        <a:buNone/>
        <a:defRPr lang="en-US" sz="2133" kern="1200" dirty="0" smtClean="0">
          <a:solidFill>
            <a:schemeClr val="tx1"/>
          </a:solidFill>
          <a:latin typeface="Cambria" panose="02040603040506030204" pitchFamily="18" charset="0"/>
          <a:ea typeface="MS PGothic" pitchFamily="34" charset="-128"/>
          <a:cs typeface="Cambria" panose="02040603040506030204" pitchFamily="18" charset="0"/>
        </a:defRPr>
      </a:lvl1pPr>
      <a:lvl2pPr marL="609585" indent="0" algn="l" rtl="0" eaLnBrk="1" fontAlgn="base" hangingPunct="1">
        <a:lnSpc>
          <a:spcPts val="2800"/>
        </a:lnSpc>
        <a:spcBef>
          <a:spcPct val="0"/>
        </a:spcBef>
        <a:spcAft>
          <a:spcPts val="1600"/>
        </a:spcAft>
        <a:buFont typeface="Arial Black" panose="020B0604020202020204" pitchFamily="34" charset="0"/>
        <a:buNone/>
        <a:defRPr lang="en-US" sz="2133" kern="1200" dirty="0" smtClean="0">
          <a:solidFill>
            <a:schemeClr val="tx1"/>
          </a:solidFill>
          <a:latin typeface="Cambria" panose="02040603040506030204" pitchFamily="18" charset="0"/>
          <a:ea typeface="MS PGothic" pitchFamily="34" charset="-128"/>
          <a:cs typeface="Cambria" panose="02040603040506030204" pitchFamily="18" charset="0"/>
        </a:defRPr>
      </a:lvl2pPr>
      <a:lvl3pPr marL="609585" indent="0" algn="l" rtl="0" eaLnBrk="1" fontAlgn="base" hangingPunct="1">
        <a:lnSpc>
          <a:spcPts val="2800"/>
        </a:lnSpc>
        <a:spcBef>
          <a:spcPct val="0"/>
        </a:spcBef>
        <a:spcAft>
          <a:spcPts val="1600"/>
        </a:spcAft>
        <a:buFont typeface="Arial Black" panose="020B0604020202020204" pitchFamily="34" charset="0"/>
        <a:buNone/>
        <a:defRPr lang="en-US" sz="2133" kern="1200" dirty="0" smtClean="0">
          <a:solidFill>
            <a:schemeClr val="tx1"/>
          </a:solidFill>
          <a:latin typeface="Cambria" panose="02040603040506030204" pitchFamily="18" charset="0"/>
          <a:ea typeface="MS PGothic" pitchFamily="34" charset="-128"/>
          <a:cs typeface="Cambria" panose="02040603040506030204" pitchFamily="18" charset="0"/>
        </a:defRPr>
      </a:lvl3pPr>
      <a:lvl4pPr marL="914377" indent="0" algn="l" rtl="0" eaLnBrk="1" fontAlgn="base" hangingPunct="1">
        <a:lnSpc>
          <a:spcPts val="2800"/>
        </a:lnSpc>
        <a:spcBef>
          <a:spcPct val="0"/>
        </a:spcBef>
        <a:spcAft>
          <a:spcPts val="1600"/>
        </a:spcAft>
        <a:buFont typeface="Arial Black" panose="020B0604020202020204" pitchFamily="34" charset="0"/>
        <a:buNone/>
        <a:defRPr lang="en-US" sz="2133" kern="1200" dirty="0">
          <a:solidFill>
            <a:schemeClr val="tx1"/>
          </a:solidFill>
          <a:latin typeface="Cambria" panose="02040603040506030204" pitchFamily="18" charset="0"/>
          <a:ea typeface="MS PGothic" pitchFamily="34" charset="-128"/>
          <a:cs typeface="Cambria" panose="02040603040506030204" pitchFamily="18" charset="0"/>
        </a:defRPr>
      </a:lvl4pPr>
      <a:lvl5pPr marL="1600160" indent="-380990" algn="l" rtl="0" eaLnBrk="1" fontAlgn="base" hangingPunct="1">
        <a:lnSpc>
          <a:spcPts val="2800"/>
        </a:lnSpc>
        <a:spcBef>
          <a:spcPct val="0"/>
        </a:spcBef>
        <a:spcAft>
          <a:spcPts val="1600"/>
        </a:spcAft>
        <a:buFont typeface="Arial Black" panose="020B0604020202020204" pitchFamily="34" charset="0"/>
        <a:buChar char="•"/>
        <a:defRPr sz="2133" kern="1200">
          <a:solidFill>
            <a:schemeClr val="tx1"/>
          </a:solidFill>
          <a:latin typeface="Cambria" panose="02040603040506030204" pitchFamily="18" charset="0"/>
          <a:ea typeface="MS PGothic" pitchFamily="34" charset="-128"/>
          <a:cs typeface="Cambria" panose="02040603040506030204" pitchFamily="18" charset="0"/>
        </a:defRPr>
      </a:lvl5pPr>
      <a:lvl6pPr marL="1828754" indent="-304792" algn="l" defTabSz="1219170" rtl="0" eaLnBrk="1" latinLnBrk="0" hangingPunct="1">
        <a:lnSpc>
          <a:spcPts val="2800"/>
        </a:lnSpc>
        <a:spcBef>
          <a:spcPts val="0"/>
        </a:spcBef>
        <a:spcAft>
          <a:spcPts val="1600"/>
        </a:spcAft>
        <a:buFont typeface="Arial Black" panose="020B0604020202020204" pitchFamily="34" charset="0"/>
        <a:buChar char="•"/>
        <a:defRPr sz="2400" kern="1200" baseline="0">
          <a:solidFill>
            <a:schemeClr val="tx1"/>
          </a:solidFill>
          <a:latin typeface="+mn-lt"/>
          <a:ea typeface="+mn-ea"/>
          <a:cs typeface="+mn-cs"/>
        </a:defRPr>
      </a:lvl6pPr>
      <a:lvl7pPr marL="2133547" indent="-304792" algn="l" defTabSz="1219170" rtl="0" eaLnBrk="1" latinLnBrk="0" hangingPunct="1">
        <a:lnSpc>
          <a:spcPts val="2800"/>
        </a:lnSpc>
        <a:spcBef>
          <a:spcPts val="0"/>
        </a:spcBef>
        <a:spcAft>
          <a:spcPts val="1600"/>
        </a:spcAft>
        <a:buFont typeface="Cambria" panose="02040503050406030204" pitchFamily="18" charset="0"/>
        <a:buChar char="̶"/>
        <a:defRPr sz="1600" kern="1200" baseline="0">
          <a:solidFill>
            <a:schemeClr val="tx1"/>
          </a:solidFill>
          <a:latin typeface="+mn-lt"/>
          <a:ea typeface="+mn-ea"/>
          <a:cs typeface="+mn-cs"/>
        </a:defRPr>
      </a:lvl7pPr>
      <a:lvl8pPr marL="4571886" indent="-304792" algn="l" defTabSz="1219170" rtl="0" eaLnBrk="1" latinLnBrk="0" hangingPunct="1">
        <a:spcBef>
          <a:spcPct val="20000"/>
        </a:spcBef>
        <a:buFont typeface="Arial Black"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Black"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EB23CF4-F01A-4667-8685-7B27A5C817F2}"/>
              </a:ext>
            </a:extLst>
          </p:cNvPr>
          <p:cNvSpPr txBox="1"/>
          <p:nvPr/>
        </p:nvSpPr>
        <p:spPr>
          <a:xfrm>
            <a:off x="548218" y="1600199"/>
            <a:ext cx="11122756" cy="4646085"/>
          </a:xfrm>
          <a:prstGeom prst="rect">
            <a:avLst/>
          </a:prstGeom>
        </p:spPr>
        <p:txBody>
          <a:bodyPr lIns="0" tIns="0" rIns="0" bIns="0" rtlCol="0">
            <a:normAutofit/>
          </a:bodyPr>
          <a:lstStyle/>
          <a:p>
            <a:pPr marL="228600" indent="-228600" fontAlgn="base">
              <a:lnSpc>
                <a:spcPct val="110000"/>
              </a:lnSpc>
              <a:spcBef>
                <a:spcPct val="0"/>
              </a:spcBef>
              <a:spcAft>
                <a:spcPts val="800"/>
              </a:spcAft>
              <a:buFont typeface="Arial Black" panose="020B0604020202020204" pitchFamily="34" charset="0"/>
              <a:buChar char="•"/>
            </a:pPr>
            <a:r>
              <a:rPr lang="en-US" sz="2600">
                <a:ea typeface="MS PGothic" pitchFamily="34" charset="-128"/>
              </a:rPr>
              <a:t>Enhancing efficiency and control in order management processes</a:t>
            </a:r>
          </a:p>
        </p:txBody>
      </p:sp>
      <p:sp>
        <p:nvSpPr>
          <p:cNvPr id="6" name="TextBox 5">
            <a:extLst>
              <a:ext uri="{FF2B5EF4-FFF2-40B4-BE49-F238E27FC236}">
                <a16:creationId xmlns:a16="http://schemas.microsoft.com/office/drawing/2014/main" id="{AB8C3F7D-DA20-4F4F-9DEC-15E555421675}"/>
              </a:ext>
            </a:extLst>
          </p:cNvPr>
          <p:cNvSpPr txBox="1"/>
          <p:nvPr/>
        </p:nvSpPr>
        <p:spPr>
          <a:xfrm>
            <a:off x="548640" y="489530"/>
            <a:ext cx="9144000" cy="729671"/>
          </a:xfrm>
          <a:prstGeom prst="rect">
            <a:avLst/>
          </a:prstGeom>
        </p:spPr>
        <p:txBody>
          <a:bodyPr lIns="0" tIns="0" rIns="0" bIns="0" rtlCol="0">
            <a:normAutofit/>
          </a:bodyPr>
          <a:lstStyle/>
          <a:p>
            <a:pPr fontAlgn="base">
              <a:lnSpc>
                <a:spcPct val="90000"/>
              </a:lnSpc>
              <a:spcBef>
                <a:spcPct val="0"/>
              </a:spcBef>
              <a:spcAft>
                <a:spcPts val="2667"/>
              </a:spcAft>
            </a:pPr>
            <a:r>
              <a:rPr lang="en-US" sz="2600" b="0" i="0" kern="1200">
                <a:latin typeface="+mj-lt"/>
                <a:ea typeface="MS PGothic" pitchFamily="34" charset="-128"/>
                <a:cs typeface="Arial Black" panose="020B0604020202020204" pitchFamily="34" charset="0"/>
              </a:rPr>
              <a:t>JDE Order Hold Workflow Diagram: Streamlining Order Management with Stryker Theme</a:t>
            </a:r>
          </a:p>
        </p:txBody>
      </p:sp>
      <p:sp>
        <p:nvSpPr>
          <p:cNvPr id="2" name="Date Placeholder 1" hidden="1">
            <a:extLst>
              <a:ext uri="{FF2B5EF4-FFF2-40B4-BE49-F238E27FC236}">
                <a16:creationId xmlns:a16="http://schemas.microsoft.com/office/drawing/2014/main" id="{0B34ACCE-CF2A-DF56-8984-705FD364D43B}"/>
              </a:ext>
            </a:extLst>
          </p:cNvPr>
          <p:cNvSpPr>
            <a:spLocks noGrp="1"/>
          </p:cNvSpPr>
          <p:nvPr>
            <p:ph type="dt" sz="half" idx="4294967295"/>
          </p:nvPr>
        </p:nvSpPr>
        <p:spPr>
          <a:xfrm>
            <a:off x="9192126" y="6103752"/>
            <a:ext cx="2271519" cy="136688"/>
          </a:xfrm>
          <a:prstGeom prst="rect">
            <a:avLst/>
          </a:prstGeom>
        </p:spPr>
        <p:txBody>
          <a:bodyPr/>
          <a:lstStyle/>
          <a:p>
            <a:pPr>
              <a:spcAft>
                <a:spcPts val="600"/>
              </a:spcAft>
            </a:pPr>
            <a:fld id="{D468C848-604A-9841-BD8D-0BFADE27C6EA}" type="datetime4">
              <a:rPr lang="en-US" smtClean="0"/>
              <a:pPr>
                <a:spcAft>
                  <a:spcPts val="600"/>
                </a:spcAft>
              </a:pPr>
              <a:t>March 16, 2026</a:t>
            </a:fld>
            <a:endParaRPr lang="en-US"/>
          </a:p>
        </p:txBody>
      </p:sp>
    </p:spTree>
    <p:extLst>
      <p:ext uri="{BB962C8B-B14F-4D97-AF65-F5344CB8AC3E}">
        <p14:creationId xmlns:p14="http://schemas.microsoft.com/office/powerpoint/2010/main" val="1400124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9F84C7-D9FD-0D5A-A5B8-FAA42E983E5F}"/>
              </a:ext>
            </a:extLst>
          </p:cNvPr>
          <p:cNvSpPr>
            <a:spLocks noGrp="1"/>
          </p:cNvSpPr>
          <p:nvPr>
            <p:ph sz="half" idx="10"/>
            <p:extLst>
              <p:ext uri="{E7BDC344-281C-4309-B0C6-D0EE65EED2A8}">
                <p202:designPr xmlns:p202="http://schemas.microsoft.com/office/powerpoint/2020/02/main">
                  <p202:designTagLst>
                    <p202:designTag name="ARCH:1:CLS" val="BulletedText"/>
                  </p202:designTagLst>
                </p202:designPr>
              </p:ext>
            </p:extLst>
          </p:nvPr>
        </p:nvSpPr>
        <p:spPr>
          <a:xfrm>
            <a:off x="548218" y="1600199"/>
            <a:ext cx="11122756" cy="4646085"/>
          </a:xfrm>
        </p:spPr>
        <p:txBody>
          <a:bodyPr>
            <a:normAutofit/>
          </a:bodyPr>
          <a:lstStyle/>
          <a:p>
            <a:pPr>
              <a:buFont typeface="Arial" panose="020B0604020202020204" pitchFamily="34" charset="0"/>
              <a:buChar char="•"/>
            </a:pPr>
            <a:r>
              <a:t>Overview of JDE Order Hold Process</a:t>
            </a:r>
          </a:p>
          <a:p>
            <a:pPr>
              <a:buFont typeface="Arial" panose="020B0604020202020204" pitchFamily="34" charset="0"/>
              <a:buChar char="•"/>
            </a:pPr>
            <a:r>
              <a:t>Key Stages in the Order Hold Workflow</a:t>
            </a:r>
          </a:p>
          <a:p>
            <a:pPr>
              <a:buFont typeface="Arial" panose="020B0604020202020204" pitchFamily="34" charset="0"/>
              <a:buChar char="•"/>
            </a:pPr>
            <a:r>
              <a:t>Roles and Responsibilities in the Workflow</a:t>
            </a:r>
          </a:p>
          <a:p>
            <a:pPr>
              <a:buFont typeface="Arial" panose="020B0604020202020204" pitchFamily="34" charset="0"/>
              <a:buChar char="•"/>
            </a:pPr>
            <a:r>
              <a:t>Detailed Workflow Diagram and Process Flow</a:t>
            </a:r>
          </a:p>
          <a:p>
            <a:pPr>
              <a:buFont typeface="Arial" panose="020B0604020202020204" pitchFamily="34" charset="0"/>
              <a:buChar char="•"/>
            </a:pPr>
            <a:r>
              <a:t>Best Practices and Stryker-Specific Customizations</a:t>
            </a:r>
            <a:endParaRPr lang="en-US"/>
          </a:p>
        </p:txBody>
      </p:sp>
      <p:sp>
        <p:nvSpPr>
          <p:cNvPr id="2" name="Title 1">
            <a:extLst>
              <a:ext uri="{FF2B5EF4-FFF2-40B4-BE49-F238E27FC236}">
                <a16:creationId xmlns:a16="http://schemas.microsoft.com/office/drawing/2014/main" id="{9C097ADE-80CF-3F5A-FC06-60A40EB709FC}"/>
              </a:ext>
            </a:extLst>
          </p:cNvPr>
          <p:cNvSpPr>
            <a:spLocks noGrp="1"/>
          </p:cNvSpPr>
          <p:nvPr>
            <p:ph type="ctrTitle"/>
          </p:nvPr>
        </p:nvSpPr>
        <p:spPr>
          <a:xfrm>
            <a:off x="548640" y="489530"/>
            <a:ext cx="9144000" cy="729671"/>
          </a:xfrm>
        </p:spPr>
        <p:txBody>
          <a:bodyPr>
            <a:normAutofit/>
          </a:bodyPr>
          <a:lstStyle/>
          <a:p>
            <a:r>
              <a:rPr lang="en-US"/>
              <a:t>Today's Presentation Roadmap</a:t>
            </a:r>
          </a:p>
        </p:txBody>
      </p:sp>
    </p:spTree>
    <p:extLst>
      <p:ext uri="{BB962C8B-B14F-4D97-AF65-F5344CB8AC3E}">
        <p14:creationId xmlns:p14="http://schemas.microsoft.com/office/powerpoint/2010/main" val="12734017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492F255-3580-4CBA-B7BA-3975B8DC6EE9}"/>
              </a:ext>
            </a:extLst>
          </p:cNvPr>
          <p:cNvSpPr txBox="1"/>
          <p:nvPr/>
        </p:nvSpPr>
        <p:spPr>
          <a:xfrm>
            <a:off x="1618090" y="2193464"/>
            <a:ext cx="8047829" cy="2342437"/>
          </a:xfrm>
          <a:prstGeom prst="rect">
            <a:avLst/>
          </a:prstGeom>
        </p:spPr>
        <p:txBody>
          <a:bodyPr wrap="square" lIns="0" tIns="0" rIns="0" bIns="0" rtlCol="0" anchor="b" anchorCtr="0">
            <a:normAutofit/>
          </a:bodyPr>
          <a:lstStyle/>
          <a:p>
            <a:pPr defTabSz="1219170" fontAlgn="base">
              <a:spcBef>
                <a:spcPct val="0"/>
              </a:spcBef>
              <a:spcAft>
                <a:spcPts val="600"/>
              </a:spcAft>
            </a:pPr>
            <a:r>
              <a:rPr lang="en-US" sz="6700" b="0" i="0" kern="1200">
                <a:latin typeface="Rockwell" panose="02060603020205020403" pitchFamily="18" charset="77"/>
                <a:ea typeface="Rockwell" panose="02060603020205020403" pitchFamily="18" charset="77"/>
                <a:cs typeface="Rockwell" panose="02060603020205020403" pitchFamily="18" charset="77"/>
              </a:rPr>
              <a:t>Overview of JDE Order Hold Process</a:t>
            </a:r>
          </a:p>
        </p:txBody>
      </p:sp>
      <p:sp>
        <p:nvSpPr>
          <p:cNvPr id="11" name="Text Placeholder 2">
            <a:extLst>
              <a:ext uri="{FF2B5EF4-FFF2-40B4-BE49-F238E27FC236}">
                <a16:creationId xmlns:a16="http://schemas.microsoft.com/office/drawing/2014/main" id="{CCAC2028-B4AB-272B-F24C-C012247AEFC9}"/>
              </a:ext>
            </a:extLst>
          </p:cNvPr>
          <p:cNvSpPr>
            <a:spLocks noGrp="1"/>
          </p:cNvSpPr>
          <p:nvPr>
            <p:ph type="body" sz="quarter" idx="13"/>
          </p:nvPr>
        </p:nvSpPr>
        <p:spPr>
          <a:xfrm>
            <a:off x="1622123" y="4924845"/>
            <a:ext cx="6453632" cy="805474"/>
          </a:xfrm>
        </p:spPr>
        <p:txBody>
          <a:bodyPr/>
          <a:lstStyle/>
          <a:p>
            <a:endParaRPr lang="en-US"/>
          </a:p>
        </p:txBody>
      </p:sp>
      <p:sp>
        <p:nvSpPr>
          <p:cNvPr id="2" name="Date Placeholder 1" hidden="1">
            <a:extLst>
              <a:ext uri="{FF2B5EF4-FFF2-40B4-BE49-F238E27FC236}">
                <a16:creationId xmlns:a16="http://schemas.microsoft.com/office/drawing/2014/main" id="{F21FD9FC-066A-A411-B338-78A65BBEB924}"/>
              </a:ext>
            </a:extLst>
          </p:cNvPr>
          <p:cNvSpPr>
            <a:spLocks noGrp="1"/>
          </p:cNvSpPr>
          <p:nvPr>
            <p:ph type="dt" sz="half" idx="4294967295"/>
          </p:nvPr>
        </p:nvSpPr>
        <p:spPr>
          <a:xfrm>
            <a:off x="9192126" y="6103752"/>
            <a:ext cx="2271519" cy="136688"/>
          </a:xfrm>
          <a:prstGeom prst="rect">
            <a:avLst/>
          </a:prstGeom>
        </p:spPr>
        <p:txBody>
          <a:bodyPr/>
          <a:lstStyle/>
          <a:p>
            <a:pPr>
              <a:spcAft>
                <a:spcPts val="600"/>
              </a:spcAft>
            </a:pPr>
            <a:fld id="{D468C848-604A-9841-BD8D-0BFADE27C6EA}" type="datetime4">
              <a:rPr lang="en-US" smtClean="0"/>
              <a:pPr>
                <a:spcAft>
                  <a:spcPts val="600"/>
                </a:spcAft>
              </a:pPr>
              <a:t>March 16, 2026</a:t>
            </a:fld>
            <a:endParaRPr lang="en-US"/>
          </a:p>
        </p:txBody>
      </p:sp>
    </p:spTree>
    <p:extLst>
      <p:ext uri="{BB962C8B-B14F-4D97-AF65-F5344CB8AC3E}">
        <p14:creationId xmlns:p14="http://schemas.microsoft.com/office/powerpoint/2010/main" val="370617178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9CB55-4FD2-13B1-3614-67959B24927D}"/>
              </a:ext>
            </a:extLst>
          </p:cNvPr>
          <p:cNvSpPr>
            <a:spLocks noGrp="1"/>
          </p:cNvSpPr>
          <p:nvPr>
            <p:ph type="body" sz="quarter" idx="11"/>
          </p:nvPr>
        </p:nvSpPr>
        <p:spPr>
          <a:xfrm>
            <a:off x="548640" y="842128"/>
            <a:ext cx="8229600" cy="2114075"/>
          </a:xfrm>
        </p:spPr>
        <p:txBody>
          <a:bodyPr wrap="square" anchor="b">
            <a:normAutofit/>
          </a:bodyPr>
          <a:lstStyle/>
          <a:p>
            <a:pPr>
              <a:lnSpc>
                <a:spcPct val="90000"/>
              </a:lnSpc>
              <a:spcAft>
                <a:spcPts val="600"/>
              </a:spcAft>
            </a:pPr>
            <a:r>
              <a:rPr lang="en-US" sz="5000"/>
              <a:t>Introduction to JD Edwards (JDE) Order Management</a:t>
            </a:r>
          </a:p>
        </p:txBody>
      </p:sp>
      <p:graphicFrame>
        <p:nvGraphicFramePr>
          <p:cNvPr id="7" name="Content Placeholder 2">
            <a:extLst>
              <a:ext uri="{FF2B5EF4-FFF2-40B4-BE49-F238E27FC236}">
                <a16:creationId xmlns:a16="http://schemas.microsoft.com/office/drawing/2014/main" id="{8280708B-2F61-616D-5E16-F25844886540}"/>
              </a:ext>
            </a:extLst>
          </p:cNvPr>
          <p:cNvGraphicFrame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48640" y="3246122"/>
          <a:ext cx="8229600" cy="1752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042421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1_Stryker_general fonts_2025">
  <a:themeElements>
    <a:clrScheme name="Stryker Jul 2015">
      <a:dk1>
        <a:sysClr val="windowText" lastClr="000000"/>
      </a:dk1>
      <a:lt1>
        <a:sysClr val="window" lastClr="FFFFFF"/>
      </a:lt1>
      <a:dk2>
        <a:srgbClr val="000000"/>
      </a:dk2>
      <a:lt2>
        <a:srgbClr val="FFB500"/>
      </a:lt2>
      <a:accent1>
        <a:srgbClr val="AF6D04"/>
      </a:accent1>
      <a:accent2>
        <a:srgbClr val="85458A"/>
      </a:accent2>
      <a:accent3>
        <a:srgbClr val="1C5687"/>
      </a:accent3>
      <a:accent4>
        <a:srgbClr val="4C7D7A"/>
      </a:accent4>
      <a:accent5>
        <a:srgbClr val="545857"/>
      </a:accent5>
      <a:accent6>
        <a:srgbClr val="B2B4AE"/>
      </a:accent6>
      <a:hlink>
        <a:srgbClr val="545857"/>
      </a:hlink>
      <a:folHlink>
        <a:srgbClr val="AF6D04"/>
      </a:folHlink>
    </a:clrScheme>
    <a:fontScheme name="General use fonts_Stryker">
      <a:majorFont>
        <a:latin typeface="Arial Black"/>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a:defPPr>
      </a:lstStyle>
    </a:txDef>
  </a:objectDefaults>
  <a:extraClrSchemeLst/>
  <a:extLst>
    <a:ext uri="{05A4C25C-085E-4340-85A3-A5531E510DB2}">
      <thm15:themeFamily xmlns:thm15="http://schemas.microsoft.com/office/thememl/2012/main" name="Company template_general fonts.pptx" id="{EEEF1D37-6558-E84A-848C-AD2DEC97BBD3}" vid="{842AAB16-6683-4241-91AA-B1BD9EC088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286</Words>
  <Application>Microsoft Office PowerPoint</Application>
  <PresentationFormat>Widescreen</PresentationFormat>
  <Paragraphs>26</Paragraphs>
  <Slides>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MS PGothic</vt:lpstr>
      <vt:lpstr>Aptos</vt:lpstr>
      <vt:lpstr>Arial</vt:lpstr>
      <vt:lpstr>Arial Black</vt:lpstr>
      <vt:lpstr>Cambria</vt:lpstr>
      <vt:lpstr>Rockwell</vt:lpstr>
      <vt:lpstr>1_Stryker_general fonts_2025</vt:lpstr>
      <vt:lpstr>PowerPoint Presentation</vt:lpstr>
      <vt:lpstr>Today's Presentation Roadmap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Medina, Jonathan</dc:creator>
  <cp:lastModifiedBy>Medina, Jonathan</cp:lastModifiedBy>
  <cp:revision>1</cp:revision>
  <dcterms:created xsi:type="dcterms:W3CDTF">2026-03-16T04:56:13Z</dcterms:created>
  <dcterms:modified xsi:type="dcterms:W3CDTF">2026-03-16T05:36:40Z</dcterms:modified>
</cp:coreProperties>
</file>